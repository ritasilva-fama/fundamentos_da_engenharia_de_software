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3"/>
  </p:notesMasterIdLst>
  <p:sldIdLst>
    <p:sldId id="271" r:id="rId2"/>
    <p:sldId id="260" r:id="rId3"/>
    <p:sldId id="309" r:id="rId4"/>
    <p:sldId id="312" r:id="rId5"/>
    <p:sldId id="310" r:id="rId6"/>
    <p:sldId id="314" r:id="rId7"/>
    <p:sldId id="315" r:id="rId8"/>
    <p:sldId id="316" r:id="rId9"/>
    <p:sldId id="317" r:id="rId10"/>
    <p:sldId id="313" r:id="rId11"/>
    <p:sldId id="319" r:id="rId12"/>
    <p:sldId id="318" r:id="rId13"/>
    <p:sldId id="320" r:id="rId14"/>
    <p:sldId id="321" r:id="rId15"/>
    <p:sldId id="322" r:id="rId16"/>
    <p:sldId id="323" r:id="rId17"/>
    <p:sldId id="324" r:id="rId18"/>
    <p:sldId id="325" r:id="rId19"/>
    <p:sldId id="326" r:id="rId20"/>
    <p:sldId id="327" r:id="rId21"/>
    <p:sldId id="328" r:id="rId22"/>
    <p:sldId id="329" r:id="rId23"/>
    <p:sldId id="330" r:id="rId24"/>
    <p:sldId id="331" r:id="rId25"/>
    <p:sldId id="332" r:id="rId26"/>
    <p:sldId id="333" r:id="rId27"/>
    <p:sldId id="334" r:id="rId28"/>
    <p:sldId id="335" r:id="rId29"/>
    <p:sldId id="336" r:id="rId30"/>
    <p:sldId id="337" r:id="rId31"/>
    <p:sldId id="304" r:id="rId32"/>
  </p:sldIdLst>
  <p:sldSz cx="9144000" cy="5143500" type="screen16x9"/>
  <p:notesSz cx="6858000" cy="9144000"/>
  <p:embeddedFontLst>
    <p:embeddedFont>
      <p:font typeface="Lexend" panose="020B0604020202020204" charset="0"/>
      <p:regular r:id="rId34"/>
      <p:bold r:id="rId35"/>
    </p:embeddedFont>
    <p:embeddedFont>
      <p:font typeface="Lexend ExtraBold" panose="020B0604020202020204" charset="0"/>
      <p:bold r:id="rId36"/>
    </p:embeddedFont>
    <p:embeddedFont>
      <p:font typeface="Lexend ExtraLight" panose="020B0604020202020204" charset="0"/>
      <p:regular r:id="rId37"/>
      <p:bold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7" roundtripDataSignature="AMtx7mi3/R7G24rsZZngArGmtBiI2frxQ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9000E2-94A1-43B9-B933-9B3F8653E0B5}" v="6" dt="2025-09-28T15:11:36.6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91" d="100"/>
          <a:sy n="91" d="100"/>
        </p:scale>
        <p:origin x="78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51"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53"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N Prevenção1" userId="fe0389ba0d566d70" providerId="LiveId" clId="{48714C31-4DD3-425B-9184-A9FE0DBE3BB9}"/>
    <pc:docChg chg="custSel delSld modSld">
      <pc:chgData name="JN Prevenção1" userId="fe0389ba0d566d70" providerId="LiveId" clId="{48714C31-4DD3-425B-9184-A9FE0DBE3BB9}" dt="2025-09-28T15:13:32.103" v="148" actId="20577"/>
      <pc:docMkLst>
        <pc:docMk/>
      </pc:docMkLst>
      <pc:sldChg chg="del">
        <pc:chgData name="JN Prevenção1" userId="fe0389ba0d566d70" providerId="LiveId" clId="{48714C31-4DD3-425B-9184-A9FE0DBE3BB9}" dt="2025-09-28T14:24:30.436" v="0" actId="47"/>
        <pc:sldMkLst>
          <pc:docMk/>
          <pc:sldMk cId="0" sldId="263"/>
        </pc:sldMkLst>
      </pc:sldChg>
      <pc:sldChg chg="addSp delSp modSp mod">
        <pc:chgData name="JN Prevenção1" userId="fe0389ba0d566d70" providerId="LiveId" clId="{48714C31-4DD3-425B-9184-A9FE0DBE3BB9}" dt="2025-09-28T15:13:32.103" v="148" actId="20577"/>
        <pc:sldMkLst>
          <pc:docMk/>
          <pc:sldMk cId="1457540494" sldId="304"/>
        </pc:sldMkLst>
        <pc:spChg chg="add mod">
          <ac:chgData name="JN Prevenção1" userId="fe0389ba0d566d70" providerId="LiveId" clId="{48714C31-4DD3-425B-9184-A9FE0DBE3BB9}" dt="2025-09-28T15:11:28.921" v="40" actId="208"/>
          <ac:spMkLst>
            <pc:docMk/>
            <pc:sldMk cId="1457540494" sldId="304"/>
            <ac:spMk id="2" creationId="{F9C1E6B6-9325-069C-5546-C47D18E10C17}"/>
          </ac:spMkLst>
        </pc:spChg>
        <pc:spChg chg="add mod">
          <ac:chgData name="JN Prevenção1" userId="fe0389ba0d566d70" providerId="LiveId" clId="{48714C31-4DD3-425B-9184-A9FE0DBE3BB9}" dt="2025-09-28T15:13:32.103" v="148" actId="20577"/>
          <ac:spMkLst>
            <pc:docMk/>
            <pc:sldMk cId="1457540494" sldId="304"/>
            <ac:spMk id="5" creationId="{0AFC6D22-7609-9772-8AB4-84194DD35169}"/>
          </ac:spMkLst>
        </pc:spChg>
        <pc:spChg chg="mod">
          <ac:chgData name="JN Prevenção1" userId="fe0389ba0d566d70" providerId="LiveId" clId="{48714C31-4DD3-425B-9184-A9FE0DBE3BB9}" dt="2025-09-28T15:10:44.630" v="37" actId="1076"/>
          <ac:spMkLst>
            <pc:docMk/>
            <pc:sldMk cId="1457540494" sldId="304"/>
            <ac:spMk id="86" creationId="{40FDA8C5-D3FF-429B-F2F6-51B2F9DC4022}"/>
          </ac:spMkLst>
        </pc:spChg>
        <pc:picChg chg="del">
          <ac:chgData name="JN Prevenção1" userId="fe0389ba0d566d70" providerId="LiveId" clId="{48714C31-4DD3-425B-9184-A9FE0DBE3BB9}" dt="2025-09-28T15:10:29.534" v="8" actId="478"/>
          <ac:picMkLst>
            <pc:docMk/>
            <pc:sldMk cId="1457540494" sldId="304"/>
            <ac:picMk id="3" creationId="{C93BF39C-80B3-2745-BF2D-7C65D430555F}"/>
          </ac:picMkLst>
        </pc:picChg>
      </pc:sldChg>
      <pc:sldChg chg="del">
        <pc:chgData name="JN Prevenção1" userId="fe0389ba0d566d70" providerId="LiveId" clId="{48714C31-4DD3-425B-9184-A9FE0DBE3BB9}" dt="2025-09-28T14:24:30.436" v="0" actId="47"/>
        <pc:sldMkLst>
          <pc:docMk/>
          <pc:sldMk cId="0" sldId="306"/>
        </pc:sldMkLst>
      </pc:sldChg>
      <pc:sldChg chg="del">
        <pc:chgData name="JN Prevenção1" userId="fe0389ba0d566d70" providerId="LiveId" clId="{48714C31-4DD3-425B-9184-A9FE0DBE3BB9}" dt="2025-09-28T14:24:30.436" v="0" actId="47"/>
        <pc:sldMkLst>
          <pc:docMk/>
          <pc:sldMk cId="4066710979" sldId="307"/>
        </pc:sldMkLst>
      </pc:sldChg>
      <pc:sldChg chg="del">
        <pc:chgData name="JN Prevenção1" userId="fe0389ba0d566d70" providerId="LiveId" clId="{48714C31-4DD3-425B-9184-A9FE0DBE3BB9}" dt="2025-09-28T14:24:30.436" v="0" actId="47"/>
        <pc:sldMkLst>
          <pc:docMk/>
          <pc:sldMk cId="3237582818" sldId="308"/>
        </pc:sldMkLst>
      </pc:sldChg>
      <pc:sldChg chg="modSp mod">
        <pc:chgData name="JN Prevenção1" userId="fe0389ba0d566d70" providerId="LiveId" clId="{48714C31-4DD3-425B-9184-A9FE0DBE3BB9}" dt="2025-09-28T14:27:56.805" v="7" actId="1035"/>
        <pc:sldMkLst>
          <pc:docMk/>
          <pc:sldMk cId="1796689626" sldId="313"/>
        </pc:sldMkLst>
        <pc:spChg chg="mod">
          <ac:chgData name="JN Prevenção1" userId="fe0389ba0d566d70" providerId="LiveId" clId="{48714C31-4DD3-425B-9184-A9FE0DBE3BB9}" dt="2025-09-28T14:27:45.987" v="2" actId="1076"/>
          <ac:spMkLst>
            <pc:docMk/>
            <pc:sldMk cId="1796689626" sldId="313"/>
            <ac:spMk id="9" creationId="{3B179C58-366C-F248-0F57-1AA0995A59BE}"/>
          </ac:spMkLst>
        </pc:spChg>
        <pc:picChg chg="mod">
          <ac:chgData name="JN Prevenção1" userId="fe0389ba0d566d70" providerId="LiveId" clId="{48714C31-4DD3-425B-9184-A9FE0DBE3BB9}" dt="2025-09-28T14:27:56.805" v="7" actId="1035"/>
          <ac:picMkLst>
            <pc:docMk/>
            <pc:sldMk cId="1796689626" sldId="313"/>
            <ac:picMk id="4106" creationId="{4C67326E-4EB5-36AC-0395-72EE8467E5C5}"/>
          </ac:picMkLst>
        </pc:picChg>
      </pc:sldChg>
    </pc:docChg>
  </pc:docChgLst>
  <pc:docChgLst>
    <pc:chgData name="JN Prevenção1" userId="fe0389ba0d566d70" providerId="LiveId" clId="{05A61DD5-BCBF-4935-8AE6-9EE3620CFE2B}"/>
    <pc:docChg chg="undo custSel addSld delSld modSld sldOrd">
      <pc:chgData name="JN Prevenção1" userId="fe0389ba0d566d70" providerId="LiveId" clId="{05A61DD5-BCBF-4935-8AE6-9EE3620CFE2B}" dt="2025-09-02T00:40:56.998" v="1122" actId="1076"/>
      <pc:docMkLst>
        <pc:docMk/>
      </pc:docMkLst>
      <pc:sldChg chg="del">
        <pc:chgData name="JN Prevenção1" userId="fe0389ba0d566d70" providerId="LiveId" clId="{05A61DD5-BCBF-4935-8AE6-9EE3620CFE2B}" dt="2025-09-01T22:42:55.470" v="30" actId="47"/>
        <pc:sldMkLst>
          <pc:docMk/>
          <pc:sldMk cId="0" sldId="258"/>
        </pc:sldMkLst>
      </pc:sldChg>
      <pc:sldChg chg="del">
        <pc:chgData name="JN Prevenção1" userId="fe0389ba0d566d70" providerId="LiveId" clId="{05A61DD5-BCBF-4935-8AE6-9EE3620CFE2B}" dt="2025-09-01T22:42:57.032" v="32" actId="47"/>
        <pc:sldMkLst>
          <pc:docMk/>
          <pc:sldMk cId="0" sldId="259"/>
        </pc:sldMkLst>
      </pc:sldChg>
      <pc:sldChg chg="addSp delSp modSp mod">
        <pc:chgData name="JN Prevenção1" userId="fe0389ba0d566d70" providerId="LiveId" clId="{05A61DD5-BCBF-4935-8AE6-9EE3620CFE2B}" dt="2025-09-01T22:53:10.546" v="243" actId="1076"/>
        <pc:sldMkLst>
          <pc:docMk/>
          <pc:sldMk cId="0" sldId="260"/>
        </pc:sldMkLst>
        <pc:spChg chg="mod">
          <ac:chgData name="JN Prevenção1" userId="fe0389ba0d566d70" providerId="LiveId" clId="{05A61DD5-BCBF-4935-8AE6-9EE3620CFE2B}" dt="2025-09-01T22:46:38.915" v="103" actId="14100"/>
          <ac:spMkLst>
            <pc:docMk/>
            <pc:sldMk cId="0" sldId="260"/>
            <ac:spMk id="93" creationId="{00000000-0000-0000-0000-000000000000}"/>
          </ac:spMkLst>
        </pc:spChg>
        <pc:spChg chg="mod">
          <ac:chgData name="JN Prevenção1" userId="fe0389ba0d566d70" providerId="LiveId" clId="{05A61DD5-BCBF-4935-8AE6-9EE3620CFE2B}" dt="2025-09-01T22:47:22.871" v="113" actId="14100"/>
          <ac:spMkLst>
            <pc:docMk/>
            <pc:sldMk cId="0" sldId="260"/>
            <ac:spMk id="95" creationId="{00000000-0000-0000-0000-000000000000}"/>
          </ac:spMkLst>
        </pc:spChg>
        <pc:spChg chg="add del mod">
          <ac:chgData name="JN Prevenção1" userId="fe0389ba0d566d70" providerId="LiveId" clId="{05A61DD5-BCBF-4935-8AE6-9EE3620CFE2B}" dt="2025-09-01T22:47:12.508" v="111" actId="14100"/>
          <ac:spMkLst>
            <pc:docMk/>
            <pc:sldMk cId="0" sldId="260"/>
            <ac:spMk id="96" creationId="{00000000-0000-0000-0000-000000000000}"/>
          </ac:spMkLst>
        </pc:spChg>
        <pc:spChg chg="add del mod">
          <ac:chgData name="JN Prevenção1" userId="fe0389ba0d566d70" providerId="LiveId" clId="{05A61DD5-BCBF-4935-8AE6-9EE3620CFE2B}" dt="2025-09-01T22:48:14.313" v="142" actId="20577"/>
          <ac:spMkLst>
            <pc:docMk/>
            <pc:sldMk cId="0" sldId="260"/>
            <ac:spMk id="98" creationId="{00000000-0000-0000-0000-000000000000}"/>
          </ac:spMkLst>
        </pc:spChg>
        <pc:spChg chg="mod">
          <ac:chgData name="JN Prevenção1" userId="fe0389ba0d566d70" providerId="LiveId" clId="{05A61DD5-BCBF-4935-8AE6-9EE3620CFE2B}" dt="2025-09-01T22:53:10.546" v="243" actId="1076"/>
          <ac:spMkLst>
            <pc:docMk/>
            <pc:sldMk cId="0" sldId="260"/>
            <ac:spMk id="100" creationId="{00000000-0000-0000-0000-000000000000}"/>
          </ac:spMkLst>
        </pc:spChg>
      </pc:sldChg>
      <pc:sldChg chg="del">
        <pc:chgData name="JN Prevenção1" userId="fe0389ba0d566d70" providerId="LiveId" clId="{05A61DD5-BCBF-4935-8AE6-9EE3620CFE2B}" dt="2025-09-01T22:42:37.615" v="10" actId="47"/>
        <pc:sldMkLst>
          <pc:docMk/>
          <pc:sldMk cId="0" sldId="261"/>
        </pc:sldMkLst>
      </pc:sldChg>
      <pc:sldChg chg="del">
        <pc:chgData name="JN Prevenção1" userId="fe0389ba0d566d70" providerId="LiveId" clId="{05A61DD5-BCBF-4935-8AE6-9EE3620CFE2B}" dt="2025-09-01T22:43:05.300" v="40" actId="47"/>
        <pc:sldMkLst>
          <pc:docMk/>
          <pc:sldMk cId="1474253776" sldId="266"/>
        </pc:sldMkLst>
      </pc:sldChg>
      <pc:sldChg chg="del">
        <pc:chgData name="JN Prevenção1" userId="fe0389ba0d566d70" providerId="LiveId" clId="{05A61DD5-BCBF-4935-8AE6-9EE3620CFE2B}" dt="2025-09-01T22:43:04.017" v="39" actId="47"/>
        <pc:sldMkLst>
          <pc:docMk/>
          <pc:sldMk cId="1958483167" sldId="267"/>
        </pc:sldMkLst>
      </pc:sldChg>
      <pc:sldChg chg="del">
        <pc:chgData name="JN Prevenção1" userId="fe0389ba0d566d70" providerId="LiveId" clId="{05A61DD5-BCBF-4935-8AE6-9EE3620CFE2B}" dt="2025-09-01T22:43:03.044" v="38" actId="47"/>
        <pc:sldMkLst>
          <pc:docMk/>
          <pc:sldMk cId="162784412" sldId="268"/>
        </pc:sldMkLst>
      </pc:sldChg>
      <pc:sldChg chg="del">
        <pc:chgData name="JN Prevenção1" userId="fe0389ba0d566d70" providerId="LiveId" clId="{05A61DD5-BCBF-4935-8AE6-9EE3620CFE2B}" dt="2025-09-01T22:43:01.979" v="37" actId="47"/>
        <pc:sldMkLst>
          <pc:docMk/>
          <pc:sldMk cId="1250197393" sldId="269"/>
        </pc:sldMkLst>
      </pc:sldChg>
      <pc:sldChg chg="del">
        <pc:chgData name="JN Prevenção1" userId="fe0389ba0d566d70" providerId="LiveId" clId="{05A61DD5-BCBF-4935-8AE6-9EE3620CFE2B}" dt="2025-09-01T22:43:01.004" v="36" actId="47"/>
        <pc:sldMkLst>
          <pc:docMk/>
          <pc:sldMk cId="1070616827" sldId="270"/>
        </pc:sldMkLst>
      </pc:sldChg>
      <pc:sldChg chg="modSp add del mod ord">
        <pc:chgData name="JN Prevenção1" userId="fe0389ba0d566d70" providerId="LiveId" clId="{05A61DD5-BCBF-4935-8AE6-9EE3620CFE2B}" dt="2025-09-01T22:45:30.768" v="74" actId="20577"/>
        <pc:sldMkLst>
          <pc:docMk/>
          <pc:sldMk cId="2115571881" sldId="271"/>
        </pc:sldMkLst>
        <pc:spChg chg="mod">
          <ac:chgData name="JN Prevenção1" userId="fe0389ba0d566d70" providerId="LiveId" clId="{05A61DD5-BCBF-4935-8AE6-9EE3620CFE2B}" dt="2025-09-01T22:45:30.768" v="74" actId="20577"/>
          <ac:spMkLst>
            <pc:docMk/>
            <pc:sldMk cId="2115571881" sldId="271"/>
            <ac:spMk id="56" creationId="{A44741A9-891E-909B-CD9B-938F999C5E01}"/>
          </ac:spMkLst>
        </pc:spChg>
      </pc:sldChg>
      <pc:sldChg chg="del">
        <pc:chgData name="JN Prevenção1" userId="fe0389ba0d566d70" providerId="LiveId" clId="{05A61DD5-BCBF-4935-8AE6-9EE3620CFE2B}" dt="2025-09-01T22:41:00.977" v="0" actId="47"/>
        <pc:sldMkLst>
          <pc:docMk/>
          <pc:sldMk cId="2821213349" sldId="272"/>
        </pc:sldMkLst>
      </pc:sldChg>
      <pc:sldChg chg="del">
        <pc:chgData name="JN Prevenção1" userId="fe0389ba0d566d70" providerId="LiveId" clId="{05A61DD5-BCBF-4935-8AE6-9EE3620CFE2B}" dt="2025-09-01T22:41:01.666" v="1" actId="47"/>
        <pc:sldMkLst>
          <pc:docMk/>
          <pc:sldMk cId="3886107085" sldId="274"/>
        </pc:sldMkLst>
      </pc:sldChg>
      <pc:sldChg chg="del">
        <pc:chgData name="JN Prevenção1" userId="fe0389ba0d566d70" providerId="LiveId" clId="{05A61DD5-BCBF-4935-8AE6-9EE3620CFE2B}" dt="2025-09-01T22:41:02.233" v="2" actId="47"/>
        <pc:sldMkLst>
          <pc:docMk/>
          <pc:sldMk cId="1881253917" sldId="275"/>
        </pc:sldMkLst>
      </pc:sldChg>
      <pc:sldChg chg="del">
        <pc:chgData name="JN Prevenção1" userId="fe0389ba0d566d70" providerId="LiveId" clId="{05A61DD5-BCBF-4935-8AE6-9EE3620CFE2B}" dt="2025-09-01T22:41:03.846" v="3" actId="47"/>
        <pc:sldMkLst>
          <pc:docMk/>
          <pc:sldMk cId="593351677" sldId="276"/>
        </pc:sldMkLst>
      </pc:sldChg>
      <pc:sldChg chg="del">
        <pc:chgData name="JN Prevenção1" userId="fe0389ba0d566d70" providerId="LiveId" clId="{05A61DD5-BCBF-4935-8AE6-9EE3620CFE2B}" dt="2025-09-01T22:42:59.740" v="35" actId="47"/>
        <pc:sldMkLst>
          <pc:docMk/>
          <pc:sldMk cId="1199151837" sldId="277"/>
        </pc:sldMkLst>
      </pc:sldChg>
      <pc:sldChg chg="del">
        <pc:chgData name="JN Prevenção1" userId="fe0389ba0d566d70" providerId="LiveId" clId="{05A61DD5-BCBF-4935-8AE6-9EE3620CFE2B}" dt="2025-09-01T22:42:58.757" v="34" actId="47"/>
        <pc:sldMkLst>
          <pc:docMk/>
          <pc:sldMk cId="2711186359" sldId="278"/>
        </pc:sldMkLst>
      </pc:sldChg>
      <pc:sldChg chg="del">
        <pc:chgData name="JN Prevenção1" userId="fe0389ba0d566d70" providerId="LiveId" clId="{05A61DD5-BCBF-4935-8AE6-9EE3620CFE2B}" dt="2025-09-01T22:42:57.853" v="33" actId="47"/>
        <pc:sldMkLst>
          <pc:docMk/>
          <pc:sldMk cId="2911204586" sldId="279"/>
        </pc:sldMkLst>
      </pc:sldChg>
      <pc:sldChg chg="del">
        <pc:chgData name="JN Prevenção1" userId="fe0389ba0d566d70" providerId="LiveId" clId="{05A61DD5-BCBF-4935-8AE6-9EE3620CFE2B}" dt="2025-09-01T22:42:38.465" v="11" actId="47"/>
        <pc:sldMkLst>
          <pc:docMk/>
          <pc:sldMk cId="3116607254" sldId="280"/>
        </pc:sldMkLst>
      </pc:sldChg>
      <pc:sldChg chg="del">
        <pc:chgData name="JN Prevenção1" userId="fe0389ba0d566d70" providerId="LiveId" clId="{05A61DD5-BCBF-4935-8AE6-9EE3620CFE2B}" dt="2025-09-01T22:42:53.904" v="28" actId="47"/>
        <pc:sldMkLst>
          <pc:docMk/>
          <pc:sldMk cId="1671445367" sldId="282"/>
        </pc:sldMkLst>
      </pc:sldChg>
      <pc:sldChg chg="addSp delSp modSp add del mod">
        <pc:chgData name="JN Prevenção1" userId="fe0389ba0d566d70" providerId="LiveId" clId="{05A61DD5-BCBF-4935-8AE6-9EE3620CFE2B}" dt="2025-09-01T23:27:55.828" v="572" actId="2696"/>
        <pc:sldMkLst>
          <pc:docMk/>
          <pc:sldMk cId="1132330222" sldId="283"/>
        </pc:sldMkLst>
      </pc:sldChg>
      <pc:sldChg chg="del">
        <pc:chgData name="JN Prevenção1" userId="fe0389ba0d566d70" providerId="LiveId" clId="{05A61DD5-BCBF-4935-8AE6-9EE3620CFE2B}" dt="2025-09-01T22:42:53.123" v="27" actId="47"/>
        <pc:sldMkLst>
          <pc:docMk/>
          <pc:sldMk cId="2623565254" sldId="284"/>
        </pc:sldMkLst>
      </pc:sldChg>
      <pc:sldChg chg="del">
        <pc:chgData name="JN Prevenção1" userId="fe0389ba0d566d70" providerId="LiveId" clId="{05A61DD5-BCBF-4935-8AE6-9EE3620CFE2B}" dt="2025-09-01T22:42:54.704" v="29" actId="47"/>
        <pc:sldMkLst>
          <pc:docMk/>
          <pc:sldMk cId="973257674" sldId="285"/>
        </pc:sldMkLst>
      </pc:sldChg>
      <pc:sldChg chg="del">
        <pc:chgData name="JN Prevenção1" userId="fe0389ba0d566d70" providerId="LiveId" clId="{05A61DD5-BCBF-4935-8AE6-9EE3620CFE2B}" dt="2025-09-01T22:42:52.168" v="26" actId="47"/>
        <pc:sldMkLst>
          <pc:docMk/>
          <pc:sldMk cId="4056229395" sldId="286"/>
        </pc:sldMkLst>
      </pc:sldChg>
      <pc:sldChg chg="del">
        <pc:chgData name="JN Prevenção1" userId="fe0389ba0d566d70" providerId="LiveId" clId="{05A61DD5-BCBF-4935-8AE6-9EE3620CFE2B}" dt="2025-09-01T22:42:51.198" v="25" actId="47"/>
        <pc:sldMkLst>
          <pc:docMk/>
          <pc:sldMk cId="24504387" sldId="287"/>
        </pc:sldMkLst>
      </pc:sldChg>
      <pc:sldChg chg="del">
        <pc:chgData name="JN Prevenção1" userId="fe0389ba0d566d70" providerId="LiveId" clId="{05A61DD5-BCBF-4935-8AE6-9EE3620CFE2B}" dt="2025-09-01T22:42:50.127" v="24" actId="47"/>
        <pc:sldMkLst>
          <pc:docMk/>
          <pc:sldMk cId="875010548" sldId="288"/>
        </pc:sldMkLst>
      </pc:sldChg>
      <pc:sldChg chg="del">
        <pc:chgData name="JN Prevenção1" userId="fe0389ba0d566d70" providerId="LiveId" clId="{05A61DD5-BCBF-4935-8AE6-9EE3620CFE2B}" dt="2025-09-01T22:42:48.670" v="23" actId="47"/>
        <pc:sldMkLst>
          <pc:docMk/>
          <pc:sldMk cId="3572363764" sldId="291"/>
        </pc:sldMkLst>
      </pc:sldChg>
      <pc:sldChg chg="del">
        <pc:chgData name="JN Prevenção1" userId="fe0389ba0d566d70" providerId="LiveId" clId="{05A61DD5-BCBF-4935-8AE6-9EE3620CFE2B}" dt="2025-09-01T22:42:47.836" v="22" actId="47"/>
        <pc:sldMkLst>
          <pc:docMk/>
          <pc:sldMk cId="1074828567" sldId="292"/>
        </pc:sldMkLst>
      </pc:sldChg>
      <pc:sldChg chg="del">
        <pc:chgData name="JN Prevenção1" userId="fe0389ba0d566d70" providerId="LiveId" clId="{05A61DD5-BCBF-4935-8AE6-9EE3620CFE2B}" dt="2025-09-01T22:42:44.707" v="18" actId="47"/>
        <pc:sldMkLst>
          <pc:docMk/>
          <pc:sldMk cId="1219962336" sldId="293"/>
        </pc:sldMkLst>
      </pc:sldChg>
      <pc:sldChg chg="del">
        <pc:chgData name="JN Prevenção1" userId="fe0389ba0d566d70" providerId="LiveId" clId="{05A61DD5-BCBF-4935-8AE6-9EE3620CFE2B}" dt="2025-09-01T22:42:43.892" v="17" actId="47"/>
        <pc:sldMkLst>
          <pc:docMk/>
          <pc:sldMk cId="2634042485" sldId="295"/>
        </pc:sldMkLst>
      </pc:sldChg>
      <pc:sldChg chg="del">
        <pc:chgData name="JN Prevenção1" userId="fe0389ba0d566d70" providerId="LiveId" clId="{05A61DD5-BCBF-4935-8AE6-9EE3620CFE2B}" dt="2025-09-01T22:42:43.225" v="16" actId="47"/>
        <pc:sldMkLst>
          <pc:docMk/>
          <pc:sldMk cId="607364820" sldId="296"/>
        </pc:sldMkLst>
      </pc:sldChg>
      <pc:sldChg chg="del">
        <pc:chgData name="JN Prevenção1" userId="fe0389ba0d566d70" providerId="LiveId" clId="{05A61DD5-BCBF-4935-8AE6-9EE3620CFE2B}" dt="2025-09-01T22:42:46.268" v="20" actId="47"/>
        <pc:sldMkLst>
          <pc:docMk/>
          <pc:sldMk cId="2001864658" sldId="298"/>
        </pc:sldMkLst>
      </pc:sldChg>
      <pc:sldChg chg="del">
        <pc:chgData name="JN Prevenção1" userId="fe0389ba0d566d70" providerId="LiveId" clId="{05A61DD5-BCBF-4935-8AE6-9EE3620CFE2B}" dt="2025-09-01T22:42:47.064" v="21" actId="47"/>
        <pc:sldMkLst>
          <pc:docMk/>
          <pc:sldMk cId="4080938694" sldId="299"/>
        </pc:sldMkLst>
      </pc:sldChg>
      <pc:sldChg chg="del">
        <pc:chgData name="JN Prevenção1" userId="fe0389ba0d566d70" providerId="LiveId" clId="{05A61DD5-BCBF-4935-8AE6-9EE3620CFE2B}" dt="2025-09-01T22:42:45.463" v="19" actId="47"/>
        <pc:sldMkLst>
          <pc:docMk/>
          <pc:sldMk cId="778407796" sldId="300"/>
        </pc:sldMkLst>
      </pc:sldChg>
      <pc:sldChg chg="del">
        <pc:chgData name="JN Prevenção1" userId="fe0389ba0d566d70" providerId="LiveId" clId="{05A61DD5-BCBF-4935-8AE6-9EE3620CFE2B}" dt="2025-09-01T22:42:42.548" v="15" actId="47"/>
        <pc:sldMkLst>
          <pc:docMk/>
          <pc:sldMk cId="794859736" sldId="301"/>
        </pc:sldMkLst>
      </pc:sldChg>
      <pc:sldChg chg="del">
        <pc:chgData name="JN Prevenção1" userId="fe0389ba0d566d70" providerId="LiveId" clId="{05A61DD5-BCBF-4935-8AE6-9EE3620CFE2B}" dt="2025-09-01T22:42:41.521" v="14" actId="47"/>
        <pc:sldMkLst>
          <pc:docMk/>
          <pc:sldMk cId="3490398252" sldId="302"/>
        </pc:sldMkLst>
      </pc:sldChg>
      <pc:sldChg chg="del">
        <pc:chgData name="JN Prevenção1" userId="fe0389ba0d566d70" providerId="LiveId" clId="{05A61DD5-BCBF-4935-8AE6-9EE3620CFE2B}" dt="2025-09-01T22:42:39.897" v="13" actId="47"/>
        <pc:sldMkLst>
          <pc:docMk/>
          <pc:sldMk cId="1591524959" sldId="303"/>
        </pc:sldMkLst>
      </pc:sldChg>
      <pc:sldChg chg="del">
        <pc:chgData name="JN Prevenção1" userId="fe0389ba0d566d70" providerId="LiveId" clId="{05A61DD5-BCBF-4935-8AE6-9EE3620CFE2B}" dt="2025-09-01T22:42:39.152" v="12" actId="47"/>
        <pc:sldMkLst>
          <pc:docMk/>
          <pc:sldMk cId="2902080036" sldId="305"/>
        </pc:sldMkLst>
      </pc:sldChg>
      <pc:sldChg chg="add ord">
        <pc:chgData name="JN Prevenção1" userId="fe0389ba0d566d70" providerId="LiveId" clId="{05A61DD5-BCBF-4935-8AE6-9EE3620CFE2B}" dt="2025-09-01T22:41:06.997" v="6"/>
        <pc:sldMkLst>
          <pc:docMk/>
          <pc:sldMk cId="0" sldId="306"/>
        </pc:sldMkLst>
      </pc:sldChg>
      <pc:sldChg chg="add">
        <pc:chgData name="JN Prevenção1" userId="fe0389ba0d566d70" providerId="LiveId" clId="{05A61DD5-BCBF-4935-8AE6-9EE3620CFE2B}" dt="2025-09-01T22:42:13.651" v="7"/>
        <pc:sldMkLst>
          <pc:docMk/>
          <pc:sldMk cId="4066710979" sldId="307"/>
        </pc:sldMkLst>
      </pc:sldChg>
      <pc:sldChg chg="add">
        <pc:chgData name="JN Prevenção1" userId="fe0389ba0d566d70" providerId="LiveId" clId="{05A61DD5-BCBF-4935-8AE6-9EE3620CFE2B}" dt="2025-09-01T22:42:13.651" v="7"/>
        <pc:sldMkLst>
          <pc:docMk/>
          <pc:sldMk cId="3237582818" sldId="308"/>
        </pc:sldMkLst>
      </pc:sldChg>
      <pc:sldChg chg="new del">
        <pc:chgData name="JN Prevenção1" userId="fe0389ba0d566d70" providerId="LiveId" clId="{05A61DD5-BCBF-4935-8AE6-9EE3620CFE2B}" dt="2025-09-01T22:43:11.486" v="41" actId="47"/>
        <pc:sldMkLst>
          <pc:docMk/>
          <pc:sldMk cId="2290986941" sldId="309"/>
        </pc:sldMkLst>
      </pc:sldChg>
      <pc:sldChg chg="addSp delSp modSp add mod ord">
        <pc:chgData name="JN Prevenção1" userId="fe0389ba0d566d70" providerId="LiveId" clId="{05A61DD5-BCBF-4935-8AE6-9EE3620CFE2B}" dt="2025-09-01T23:50:21.252" v="737" actId="1076"/>
        <pc:sldMkLst>
          <pc:docMk/>
          <pc:sldMk cId="3720986922" sldId="309"/>
        </pc:sldMkLst>
        <pc:spChg chg="add mod">
          <ac:chgData name="JN Prevenção1" userId="fe0389ba0d566d70" providerId="LiveId" clId="{05A61DD5-BCBF-4935-8AE6-9EE3620CFE2B}" dt="2025-09-01T23:49:21.812" v="724" actId="1076"/>
          <ac:spMkLst>
            <pc:docMk/>
            <pc:sldMk cId="3720986922" sldId="309"/>
            <ac:spMk id="5" creationId="{217A5620-E03B-3A02-49EA-420D6BBC8A97}"/>
          </ac:spMkLst>
        </pc:spChg>
        <pc:spChg chg="add mod">
          <ac:chgData name="JN Prevenção1" userId="fe0389ba0d566d70" providerId="LiveId" clId="{05A61DD5-BCBF-4935-8AE6-9EE3620CFE2B}" dt="2025-09-01T23:47:31.672" v="696" actId="1076"/>
          <ac:spMkLst>
            <pc:docMk/>
            <pc:sldMk cId="3720986922" sldId="309"/>
            <ac:spMk id="6" creationId="{D9F07D73-01F9-1343-824A-17A66A9972A7}"/>
          </ac:spMkLst>
        </pc:spChg>
        <pc:spChg chg="mod">
          <ac:chgData name="JN Prevenção1" userId="fe0389ba0d566d70" providerId="LiveId" clId="{05A61DD5-BCBF-4935-8AE6-9EE3620CFE2B}" dt="2025-09-01T23:49:59.153" v="732" actId="14100"/>
          <ac:spMkLst>
            <pc:docMk/>
            <pc:sldMk cId="3720986922" sldId="309"/>
            <ac:spMk id="84" creationId="{A793CAE6-B4DA-BA44-51F9-414B5DC6D533}"/>
          </ac:spMkLst>
        </pc:spChg>
        <pc:spChg chg="mod">
          <ac:chgData name="JN Prevenção1" userId="fe0389ba0d566d70" providerId="LiveId" clId="{05A61DD5-BCBF-4935-8AE6-9EE3620CFE2B}" dt="2025-09-01T23:50:21.252" v="737" actId="1076"/>
          <ac:spMkLst>
            <pc:docMk/>
            <pc:sldMk cId="3720986922" sldId="309"/>
            <ac:spMk id="85" creationId="{C53CFBED-7C84-58FA-EE0F-2FC600F728AB}"/>
          </ac:spMkLst>
        </pc:spChg>
        <pc:spChg chg="mod">
          <ac:chgData name="JN Prevenção1" userId="fe0389ba0d566d70" providerId="LiveId" clId="{05A61DD5-BCBF-4935-8AE6-9EE3620CFE2B}" dt="2025-09-01T23:48:19.444" v="714" actId="1076"/>
          <ac:spMkLst>
            <pc:docMk/>
            <pc:sldMk cId="3720986922" sldId="309"/>
            <ac:spMk id="87" creationId="{69A262F4-13EA-19F3-B28E-1447A9771D6E}"/>
          </ac:spMkLst>
        </pc:spChg>
        <pc:picChg chg="add mod">
          <ac:chgData name="JN Prevenção1" userId="fe0389ba0d566d70" providerId="LiveId" clId="{05A61DD5-BCBF-4935-8AE6-9EE3620CFE2B}" dt="2025-09-01T23:50:09.842" v="735" actId="14100"/>
          <ac:picMkLst>
            <pc:docMk/>
            <pc:sldMk cId="3720986922" sldId="309"/>
            <ac:picMk id="3" creationId="{63F9BC88-19A7-B4B2-6E78-4E47CADCAAC4}"/>
          </ac:picMkLst>
        </pc:picChg>
        <pc:picChg chg="add mod ord">
          <ac:chgData name="JN Prevenção1" userId="fe0389ba0d566d70" providerId="LiveId" clId="{05A61DD5-BCBF-4935-8AE6-9EE3620CFE2B}" dt="2025-09-01T23:48:44.770" v="718" actId="167"/>
          <ac:picMkLst>
            <pc:docMk/>
            <pc:sldMk cId="3720986922" sldId="309"/>
            <ac:picMk id="8" creationId="{3BD196D0-5CED-C562-1A54-5479E48B70DD}"/>
          </ac:picMkLst>
        </pc:picChg>
      </pc:sldChg>
      <pc:sldChg chg="addSp delSp modSp add mod">
        <pc:chgData name="JN Prevenção1" userId="fe0389ba0d566d70" providerId="LiveId" clId="{05A61DD5-BCBF-4935-8AE6-9EE3620CFE2B}" dt="2025-09-01T23:31:52.827" v="586" actId="1076"/>
        <pc:sldMkLst>
          <pc:docMk/>
          <pc:sldMk cId="2400304188" sldId="310"/>
        </pc:sldMkLst>
        <pc:spChg chg="mod">
          <ac:chgData name="JN Prevenção1" userId="fe0389ba0d566d70" providerId="LiveId" clId="{05A61DD5-BCBF-4935-8AE6-9EE3620CFE2B}" dt="2025-09-01T23:31:52.827" v="586" actId="1076"/>
          <ac:spMkLst>
            <pc:docMk/>
            <pc:sldMk cId="2400304188" sldId="310"/>
            <ac:spMk id="2" creationId="{C8BB661B-5405-B5B6-7BE4-F380393462E6}"/>
          </ac:spMkLst>
        </pc:spChg>
        <pc:spChg chg="mod">
          <ac:chgData name="JN Prevenção1" userId="fe0389ba0d566d70" providerId="LiveId" clId="{05A61DD5-BCBF-4935-8AE6-9EE3620CFE2B}" dt="2025-09-01T23:22:48.649" v="518" actId="14100"/>
          <ac:spMkLst>
            <pc:docMk/>
            <pc:sldMk cId="2400304188" sldId="310"/>
            <ac:spMk id="75" creationId="{B7E788F9-FBEC-8F8C-5789-07AB2565DC3E}"/>
          </ac:spMkLst>
        </pc:spChg>
        <pc:picChg chg="add mod">
          <ac:chgData name="JN Prevenção1" userId="fe0389ba0d566d70" providerId="LiveId" clId="{05A61DD5-BCBF-4935-8AE6-9EE3620CFE2B}" dt="2025-09-01T23:28:23.974" v="573"/>
          <ac:picMkLst>
            <pc:docMk/>
            <pc:sldMk cId="2400304188" sldId="310"/>
            <ac:picMk id="3" creationId="{86E3C01B-D77A-C0A3-693C-19F6D2EAE253}"/>
          </ac:picMkLst>
        </pc:picChg>
        <pc:picChg chg="mod">
          <ac:chgData name="JN Prevenção1" userId="fe0389ba0d566d70" providerId="LiveId" clId="{05A61DD5-BCBF-4935-8AE6-9EE3620CFE2B}" dt="2025-09-01T23:31:49.496" v="585" actId="1076"/>
          <ac:picMkLst>
            <pc:docMk/>
            <pc:sldMk cId="2400304188" sldId="310"/>
            <ac:picMk id="73" creationId="{283877E3-18AB-DC7E-5987-3B53959215C1}"/>
          </ac:picMkLst>
        </pc:picChg>
      </pc:sldChg>
      <pc:sldChg chg="add del">
        <pc:chgData name="JN Prevenção1" userId="fe0389ba0d566d70" providerId="LiveId" clId="{05A61DD5-BCBF-4935-8AE6-9EE3620CFE2B}" dt="2025-09-01T23:28:32.116" v="574" actId="2696"/>
        <pc:sldMkLst>
          <pc:docMk/>
          <pc:sldMk cId="1850014839" sldId="311"/>
        </pc:sldMkLst>
      </pc:sldChg>
      <pc:sldChg chg="addSp delSp modSp add mod">
        <pc:chgData name="JN Prevenção1" userId="fe0389ba0d566d70" providerId="LiveId" clId="{05A61DD5-BCBF-4935-8AE6-9EE3620CFE2B}" dt="2025-09-01T23:27:49.570" v="571" actId="1076"/>
        <pc:sldMkLst>
          <pc:docMk/>
          <pc:sldMk cId="1704950658" sldId="312"/>
        </pc:sldMkLst>
        <pc:spChg chg="add mod">
          <ac:chgData name="JN Prevenção1" userId="fe0389ba0d566d70" providerId="LiveId" clId="{05A61DD5-BCBF-4935-8AE6-9EE3620CFE2B}" dt="2025-09-01T23:27:38.661" v="569" actId="1076"/>
          <ac:spMkLst>
            <pc:docMk/>
            <pc:sldMk cId="1704950658" sldId="312"/>
            <ac:spMk id="2" creationId="{FD557887-DB11-DF0F-03A3-CC74D18FFEE5}"/>
          </ac:spMkLst>
        </pc:spChg>
        <pc:spChg chg="mod">
          <ac:chgData name="JN Prevenção1" userId="fe0389ba0d566d70" providerId="LiveId" clId="{05A61DD5-BCBF-4935-8AE6-9EE3620CFE2B}" dt="2025-09-01T23:27:28.127" v="567" actId="1076"/>
          <ac:spMkLst>
            <pc:docMk/>
            <pc:sldMk cId="1704950658" sldId="312"/>
            <ac:spMk id="87" creationId="{6417ECF3-749B-6F86-1338-6311274C1507}"/>
          </ac:spMkLst>
        </pc:spChg>
        <pc:picChg chg="add mod">
          <ac:chgData name="JN Prevenção1" userId="fe0389ba0d566d70" providerId="LiveId" clId="{05A61DD5-BCBF-4935-8AE6-9EE3620CFE2B}" dt="2025-09-01T23:27:49.570" v="571" actId="1076"/>
          <ac:picMkLst>
            <pc:docMk/>
            <pc:sldMk cId="1704950658" sldId="312"/>
            <ac:picMk id="4" creationId="{AE66732F-8799-9A90-ADD1-F5E95AA05332}"/>
          </ac:picMkLst>
        </pc:picChg>
      </pc:sldChg>
      <pc:sldChg chg="addSp delSp modSp add mod">
        <pc:chgData name="JN Prevenção1" userId="fe0389ba0d566d70" providerId="LiveId" clId="{05A61DD5-BCBF-4935-8AE6-9EE3620CFE2B}" dt="2025-09-02T00:07:51.203" v="822" actId="1076"/>
        <pc:sldMkLst>
          <pc:docMk/>
          <pc:sldMk cId="1796689626" sldId="313"/>
        </pc:sldMkLst>
        <pc:spChg chg="add mod">
          <ac:chgData name="JN Prevenção1" userId="fe0389ba0d566d70" providerId="LiveId" clId="{05A61DD5-BCBF-4935-8AE6-9EE3620CFE2B}" dt="2025-09-01T23:55:50.087" v="765" actId="1076"/>
          <ac:spMkLst>
            <pc:docMk/>
            <pc:sldMk cId="1796689626" sldId="313"/>
            <ac:spMk id="8" creationId="{AAB7E73B-CCD5-EAF6-EB06-719C0FD44CF6}"/>
          </ac:spMkLst>
        </pc:spChg>
        <pc:spChg chg="add mod">
          <ac:chgData name="JN Prevenção1" userId="fe0389ba0d566d70" providerId="LiveId" clId="{05A61DD5-BCBF-4935-8AE6-9EE3620CFE2B}" dt="2025-09-02T00:07:44.761" v="821" actId="1076"/>
          <ac:spMkLst>
            <pc:docMk/>
            <pc:sldMk cId="1796689626" sldId="313"/>
            <ac:spMk id="9" creationId="{3B179C58-366C-F248-0F57-1AA0995A59BE}"/>
          </ac:spMkLst>
        </pc:spChg>
        <pc:spChg chg="mod">
          <ac:chgData name="JN Prevenção1" userId="fe0389ba0d566d70" providerId="LiveId" clId="{05A61DD5-BCBF-4935-8AE6-9EE3620CFE2B}" dt="2025-09-01T23:52:21.921" v="752" actId="14100"/>
          <ac:spMkLst>
            <pc:docMk/>
            <pc:sldMk cId="1796689626" sldId="313"/>
            <ac:spMk id="75" creationId="{670350D4-859F-C0F4-8252-2B25C41C6016}"/>
          </ac:spMkLst>
        </pc:spChg>
        <pc:picChg chg="add mod ord">
          <ac:chgData name="JN Prevenção1" userId="fe0389ba0d566d70" providerId="LiveId" clId="{05A61DD5-BCBF-4935-8AE6-9EE3620CFE2B}" dt="2025-09-01T23:51:52.251" v="744" actId="167"/>
          <ac:picMkLst>
            <pc:docMk/>
            <pc:sldMk cId="1796689626" sldId="313"/>
            <ac:picMk id="7" creationId="{76A3383C-4DFB-50B3-F336-1244946A4FEE}"/>
          </ac:picMkLst>
        </pc:picChg>
        <pc:picChg chg="add mod">
          <ac:chgData name="JN Prevenção1" userId="fe0389ba0d566d70" providerId="LiveId" clId="{05A61DD5-BCBF-4935-8AE6-9EE3620CFE2B}" dt="2025-09-02T00:07:51.203" v="822" actId="1076"/>
          <ac:picMkLst>
            <pc:docMk/>
            <pc:sldMk cId="1796689626" sldId="313"/>
            <ac:picMk id="4102" creationId="{19249FAF-21A0-38C3-9704-F9EB14F83702}"/>
          </ac:picMkLst>
        </pc:picChg>
        <pc:picChg chg="add mod">
          <ac:chgData name="JN Prevenção1" userId="fe0389ba0d566d70" providerId="LiveId" clId="{05A61DD5-BCBF-4935-8AE6-9EE3620CFE2B}" dt="2025-09-02T00:07:39.757" v="820" actId="1076"/>
          <ac:picMkLst>
            <pc:docMk/>
            <pc:sldMk cId="1796689626" sldId="313"/>
            <ac:picMk id="4106" creationId="{4C67326E-4EB5-36AC-0395-72EE8467E5C5}"/>
          </ac:picMkLst>
        </pc:picChg>
      </pc:sldChg>
      <pc:sldChg chg="addSp delSp modSp add mod">
        <pc:chgData name="JN Prevenção1" userId="fe0389ba0d566d70" providerId="LiveId" clId="{05A61DD5-BCBF-4935-8AE6-9EE3620CFE2B}" dt="2025-09-01T23:34:02.571" v="615" actId="1076"/>
        <pc:sldMkLst>
          <pc:docMk/>
          <pc:sldMk cId="2816819425" sldId="314"/>
        </pc:sldMkLst>
        <pc:spChg chg="mod">
          <ac:chgData name="JN Prevenção1" userId="fe0389ba0d566d70" providerId="LiveId" clId="{05A61DD5-BCBF-4935-8AE6-9EE3620CFE2B}" dt="2025-09-01T23:32:38.790" v="603" actId="14100"/>
          <ac:spMkLst>
            <pc:docMk/>
            <pc:sldMk cId="2816819425" sldId="314"/>
            <ac:spMk id="2" creationId="{CA8E1AC0-A4C6-CB45-690E-2559A7DED6BD}"/>
          </ac:spMkLst>
        </pc:spChg>
        <pc:picChg chg="add mod">
          <ac:chgData name="JN Prevenção1" userId="fe0389ba0d566d70" providerId="LiveId" clId="{05A61DD5-BCBF-4935-8AE6-9EE3620CFE2B}" dt="2025-09-01T23:34:02.571" v="615" actId="1076"/>
          <ac:picMkLst>
            <pc:docMk/>
            <pc:sldMk cId="2816819425" sldId="314"/>
            <ac:picMk id="6146" creationId="{17B1359C-EF9B-B874-A433-ED166F1B6E15}"/>
          </ac:picMkLst>
        </pc:picChg>
      </pc:sldChg>
      <pc:sldChg chg="addSp delSp modSp add mod">
        <pc:chgData name="JN Prevenção1" userId="fe0389ba0d566d70" providerId="LiveId" clId="{05A61DD5-BCBF-4935-8AE6-9EE3620CFE2B}" dt="2025-09-01T23:39:23.805" v="643" actId="14100"/>
        <pc:sldMkLst>
          <pc:docMk/>
          <pc:sldMk cId="3787214314" sldId="315"/>
        </pc:sldMkLst>
        <pc:spChg chg="mod">
          <ac:chgData name="JN Prevenção1" userId="fe0389ba0d566d70" providerId="LiveId" clId="{05A61DD5-BCBF-4935-8AE6-9EE3620CFE2B}" dt="2025-09-01T23:38:40.359" v="633" actId="14100"/>
          <ac:spMkLst>
            <pc:docMk/>
            <pc:sldMk cId="3787214314" sldId="315"/>
            <ac:spMk id="2" creationId="{796E154E-9973-CF71-22E4-FAC6C2F89D0C}"/>
          </ac:spMkLst>
        </pc:spChg>
        <pc:picChg chg="add mod">
          <ac:chgData name="JN Prevenção1" userId="fe0389ba0d566d70" providerId="LiveId" clId="{05A61DD5-BCBF-4935-8AE6-9EE3620CFE2B}" dt="2025-09-01T23:39:23.805" v="643" actId="14100"/>
          <ac:picMkLst>
            <pc:docMk/>
            <pc:sldMk cId="3787214314" sldId="315"/>
            <ac:picMk id="7172" creationId="{4B9A85BF-A317-C767-C98B-86E60F822447}"/>
          </ac:picMkLst>
        </pc:picChg>
      </pc:sldChg>
      <pc:sldChg chg="addSp delSp modSp add mod">
        <pc:chgData name="JN Prevenção1" userId="fe0389ba0d566d70" providerId="LiveId" clId="{05A61DD5-BCBF-4935-8AE6-9EE3620CFE2B}" dt="2025-09-01T23:43:44.589" v="681" actId="14100"/>
        <pc:sldMkLst>
          <pc:docMk/>
          <pc:sldMk cId="1605558950" sldId="316"/>
        </pc:sldMkLst>
        <pc:spChg chg="mod">
          <ac:chgData name="JN Prevenção1" userId="fe0389ba0d566d70" providerId="LiveId" clId="{05A61DD5-BCBF-4935-8AE6-9EE3620CFE2B}" dt="2025-09-01T23:40:31.089" v="657"/>
          <ac:spMkLst>
            <pc:docMk/>
            <pc:sldMk cId="1605558950" sldId="316"/>
            <ac:spMk id="2" creationId="{DFB80E6A-968C-D03C-8364-EA6BF3C9373B}"/>
          </ac:spMkLst>
        </pc:spChg>
        <pc:picChg chg="add mod">
          <ac:chgData name="JN Prevenção1" userId="fe0389ba0d566d70" providerId="LiveId" clId="{05A61DD5-BCBF-4935-8AE6-9EE3620CFE2B}" dt="2025-09-01T23:43:44.589" v="681" actId="14100"/>
          <ac:picMkLst>
            <pc:docMk/>
            <pc:sldMk cId="1605558950" sldId="316"/>
            <ac:picMk id="8194" creationId="{F082CF76-EC9D-B3FD-2B64-BA9DABCA7269}"/>
          </ac:picMkLst>
        </pc:picChg>
      </pc:sldChg>
      <pc:sldChg chg="addSp delSp modSp add mod">
        <pc:chgData name="JN Prevenção1" userId="fe0389ba0d566d70" providerId="LiveId" clId="{05A61DD5-BCBF-4935-8AE6-9EE3620CFE2B}" dt="2025-09-01T23:45:38.106" v="691" actId="14100"/>
        <pc:sldMkLst>
          <pc:docMk/>
          <pc:sldMk cId="3144270120" sldId="317"/>
        </pc:sldMkLst>
        <pc:spChg chg="mod">
          <ac:chgData name="JN Prevenção1" userId="fe0389ba0d566d70" providerId="LiveId" clId="{05A61DD5-BCBF-4935-8AE6-9EE3620CFE2B}" dt="2025-09-01T23:42:29.606" v="673"/>
          <ac:spMkLst>
            <pc:docMk/>
            <pc:sldMk cId="3144270120" sldId="317"/>
            <ac:spMk id="2" creationId="{F911E4AC-83C3-C8E2-54A0-A7C2BFD06827}"/>
          </ac:spMkLst>
        </pc:spChg>
        <pc:picChg chg="add mod">
          <ac:chgData name="JN Prevenção1" userId="fe0389ba0d566d70" providerId="LiveId" clId="{05A61DD5-BCBF-4935-8AE6-9EE3620CFE2B}" dt="2025-09-01T23:45:38.106" v="691" actId="14100"/>
          <ac:picMkLst>
            <pc:docMk/>
            <pc:sldMk cId="3144270120" sldId="317"/>
            <ac:picMk id="9218" creationId="{C73DBCFF-62A3-9A2F-90BD-E863E3B89650}"/>
          </ac:picMkLst>
        </pc:picChg>
      </pc:sldChg>
      <pc:sldChg chg="addSp delSp modSp add mod">
        <pc:chgData name="JN Prevenção1" userId="fe0389ba0d566d70" providerId="LiveId" clId="{05A61DD5-BCBF-4935-8AE6-9EE3620CFE2B}" dt="2025-09-02T00:30:18.604" v="1090" actId="1035"/>
        <pc:sldMkLst>
          <pc:docMk/>
          <pc:sldMk cId="2543455661" sldId="318"/>
        </pc:sldMkLst>
        <pc:spChg chg="add mod">
          <ac:chgData name="JN Prevenção1" userId="fe0389ba0d566d70" providerId="LiveId" clId="{05A61DD5-BCBF-4935-8AE6-9EE3620CFE2B}" dt="2025-09-02T00:23:11.756" v="931" actId="14100"/>
          <ac:spMkLst>
            <pc:docMk/>
            <pc:sldMk cId="2543455661" sldId="318"/>
            <ac:spMk id="2" creationId="{5C1ED7B2-6E36-8E72-241B-71477BCDE0EA}"/>
          </ac:spMkLst>
        </pc:spChg>
        <pc:spChg chg="add mod">
          <ac:chgData name="JN Prevenção1" userId="fe0389ba0d566d70" providerId="LiveId" clId="{05A61DD5-BCBF-4935-8AE6-9EE3620CFE2B}" dt="2025-09-02T00:28:07.257" v="1040" actId="255"/>
          <ac:spMkLst>
            <pc:docMk/>
            <pc:sldMk cId="2543455661" sldId="318"/>
            <ac:spMk id="3" creationId="{A8170B4E-B8CB-AC63-8DE3-5B6E09F23E3D}"/>
          </ac:spMkLst>
        </pc:spChg>
        <pc:spChg chg="add mod">
          <ac:chgData name="JN Prevenção1" userId="fe0389ba0d566d70" providerId="LiveId" clId="{05A61DD5-BCBF-4935-8AE6-9EE3620CFE2B}" dt="2025-09-02T00:27:36.550" v="1031" actId="1076"/>
          <ac:spMkLst>
            <pc:docMk/>
            <pc:sldMk cId="2543455661" sldId="318"/>
            <ac:spMk id="6" creationId="{6CA13948-5B7B-B8DC-1ADC-615244A50A31}"/>
          </ac:spMkLst>
        </pc:spChg>
        <pc:spChg chg="add mod">
          <ac:chgData name="JN Prevenção1" userId="fe0389ba0d566d70" providerId="LiveId" clId="{05A61DD5-BCBF-4935-8AE6-9EE3620CFE2B}" dt="2025-09-02T00:28:58.698" v="1057" actId="20577"/>
          <ac:spMkLst>
            <pc:docMk/>
            <pc:sldMk cId="2543455661" sldId="318"/>
            <ac:spMk id="7" creationId="{973EAFB8-6CD1-78F7-4C2B-31467F7FE941}"/>
          </ac:spMkLst>
        </pc:spChg>
        <pc:spChg chg="mod">
          <ac:chgData name="JN Prevenção1" userId="fe0389ba0d566d70" providerId="LiveId" clId="{05A61DD5-BCBF-4935-8AE6-9EE3620CFE2B}" dt="2025-09-02T00:22:42.110" v="923" actId="14100"/>
          <ac:spMkLst>
            <pc:docMk/>
            <pc:sldMk cId="2543455661" sldId="318"/>
            <ac:spMk id="75" creationId="{8F90B3D4-65EE-36AC-194E-1D9DE59EA61F}"/>
          </ac:spMkLst>
        </pc:spChg>
        <pc:picChg chg="mod">
          <ac:chgData name="JN Prevenção1" userId="fe0389ba0d566d70" providerId="LiveId" clId="{05A61DD5-BCBF-4935-8AE6-9EE3620CFE2B}" dt="2025-09-02T00:29:28.309" v="1060" actId="1076"/>
          <ac:picMkLst>
            <pc:docMk/>
            <pc:sldMk cId="2543455661" sldId="318"/>
            <ac:picMk id="73" creationId="{8E1CBFDD-018B-6683-5FA7-5E0EDAC1B714}"/>
          </ac:picMkLst>
        </pc:picChg>
        <pc:picChg chg="add mod">
          <ac:chgData name="JN Prevenção1" userId="fe0389ba0d566d70" providerId="LiveId" clId="{05A61DD5-BCBF-4935-8AE6-9EE3620CFE2B}" dt="2025-09-02T00:30:12.025" v="1072" actId="1076"/>
          <ac:picMkLst>
            <pc:docMk/>
            <pc:sldMk cId="2543455661" sldId="318"/>
            <ac:picMk id="11266" creationId="{6202B8CC-44BA-51CC-8FF0-41715586A7AA}"/>
          </ac:picMkLst>
        </pc:picChg>
        <pc:picChg chg="add mod">
          <ac:chgData name="JN Prevenção1" userId="fe0389ba0d566d70" providerId="LiveId" clId="{05A61DD5-BCBF-4935-8AE6-9EE3620CFE2B}" dt="2025-09-02T00:30:18.604" v="1090" actId="1035"/>
          <ac:picMkLst>
            <pc:docMk/>
            <pc:sldMk cId="2543455661" sldId="318"/>
            <ac:picMk id="11268" creationId="{5518372D-B80F-8BD7-DF6B-D8B05DADC6F6}"/>
          </ac:picMkLst>
        </pc:picChg>
      </pc:sldChg>
      <pc:sldChg chg="addSp delSp modSp add mod">
        <pc:chgData name="JN Prevenção1" userId="fe0389ba0d566d70" providerId="LiveId" clId="{05A61DD5-BCBF-4935-8AE6-9EE3620CFE2B}" dt="2025-09-02T00:22:09.023" v="917" actId="14100"/>
        <pc:sldMkLst>
          <pc:docMk/>
          <pc:sldMk cId="3404748231" sldId="319"/>
        </pc:sldMkLst>
        <pc:spChg chg="mod">
          <ac:chgData name="JN Prevenção1" userId="fe0389ba0d566d70" providerId="LiveId" clId="{05A61DD5-BCBF-4935-8AE6-9EE3620CFE2B}" dt="2025-09-02T00:09:38.141" v="846"/>
          <ac:spMkLst>
            <pc:docMk/>
            <pc:sldMk cId="3404748231" sldId="319"/>
            <ac:spMk id="8" creationId="{A223FAE2-44ED-8832-B6D9-4239171D384C}"/>
          </ac:spMkLst>
        </pc:spChg>
        <pc:spChg chg="mod">
          <ac:chgData name="JN Prevenção1" userId="fe0389ba0d566d70" providerId="LiveId" clId="{05A61DD5-BCBF-4935-8AE6-9EE3620CFE2B}" dt="2025-09-02T00:10:25.748" v="859" actId="1076"/>
          <ac:spMkLst>
            <pc:docMk/>
            <pc:sldMk cId="3404748231" sldId="319"/>
            <ac:spMk id="9" creationId="{8039455B-8168-C30C-1FAB-7CD902D7EDFF}"/>
          </ac:spMkLst>
        </pc:spChg>
        <pc:picChg chg="add mod">
          <ac:chgData name="JN Prevenção1" userId="fe0389ba0d566d70" providerId="LiveId" clId="{05A61DD5-BCBF-4935-8AE6-9EE3620CFE2B}" dt="2025-09-02T00:22:09.023" v="917" actId="14100"/>
          <ac:picMkLst>
            <pc:docMk/>
            <pc:sldMk cId="3404748231" sldId="319"/>
            <ac:picMk id="10244" creationId="{A7174857-7CA6-418D-1F4A-B6B7429472E7}"/>
          </ac:picMkLst>
        </pc:picChg>
        <pc:picChg chg="add mod">
          <ac:chgData name="JN Prevenção1" userId="fe0389ba0d566d70" providerId="LiveId" clId="{05A61DD5-BCBF-4935-8AE6-9EE3620CFE2B}" dt="2025-09-02T00:21:31.313" v="912" actId="1076"/>
          <ac:picMkLst>
            <pc:docMk/>
            <pc:sldMk cId="3404748231" sldId="319"/>
            <ac:picMk id="10248" creationId="{7C11B218-DE2E-450B-6402-11055BD7BE5C}"/>
          </ac:picMkLst>
        </pc:picChg>
      </pc:sldChg>
      <pc:sldChg chg="delSp modSp add mod ord">
        <pc:chgData name="JN Prevenção1" userId="fe0389ba0d566d70" providerId="LiveId" clId="{05A61DD5-BCBF-4935-8AE6-9EE3620CFE2B}" dt="2025-09-02T00:40:56.998" v="1122" actId="1076"/>
        <pc:sldMkLst>
          <pc:docMk/>
          <pc:sldMk cId="363923524" sldId="320"/>
        </pc:sldMkLst>
        <pc:spChg chg="mod">
          <ac:chgData name="JN Prevenção1" userId="fe0389ba0d566d70" providerId="LiveId" clId="{05A61DD5-BCBF-4935-8AE6-9EE3620CFE2B}" dt="2025-09-02T00:31:55.234" v="1106" actId="1076"/>
          <ac:spMkLst>
            <pc:docMk/>
            <pc:sldMk cId="363923524" sldId="320"/>
            <ac:spMk id="6" creationId="{19F9CE5D-3C46-266F-5A1D-F112451218F5}"/>
          </ac:spMkLst>
        </pc:spChg>
        <pc:spChg chg="mod">
          <ac:chgData name="JN Prevenção1" userId="fe0389ba0d566d70" providerId="LiveId" clId="{05A61DD5-BCBF-4935-8AE6-9EE3620CFE2B}" dt="2025-09-02T00:40:34.439" v="1121" actId="1076"/>
          <ac:spMkLst>
            <pc:docMk/>
            <pc:sldMk cId="363923524" sldId="320"/>
            <ac:spMk id="85" creationId="{0CB1732B-E506-16B7-5BAD-9636990FD736}"/>
          </ac:spMkLst>
        </pc:spChg>
        <pc:spChg chg="mod">
          <ac:chgData name="JN Prevenção1" userId="fe0389ba0d566d70" providerId="LiveId" clId="{05A61DD5-BCBF-4935-8AE6-9EE3620CFE2B}" dt="2025-09-02T00:31:36.485" v="1099" actId="1076"/>
          <ac:spMkLst>
            <pc:docMk/>
            <pc:sldMk cId="363923524" sldId="320"/>
            <ac:spMk id="87" creationId="{A7F76D44-9EAC-30CE-AA15-C1EDD7C3B8A2}"/>
          </ac:spMkLst>
        </pc:spChg>
        <pc:picChg chg="mod">
          <ac:chgData name="JN Prevenção1" userId="fe0389ba0d566d70" providerId="LiveId" clId="{05A61DD5-BCBF-4935-8AE6-9EE3620CFE2B}" dt="2025-09-02T00:40:56.998" v="1122" actId="1076"/>
          <ac:picMkLst>
            <pc:docMk/>
            <pc:sldMk cId="363923524" sldId="320"/>
            <ac:picMk id="8" creationId="{6DAB49BC-53DF-025F-2CA9-9F29E30A8DC6}"/>
          </ac:picMkLst>
        </pc:picChg>
      </pc:sldChg>
    </pc:docChg>
  </pc:docChgLst>
  <pc:docChgLst>
    <pc:chgData name="JN Prevenção1" userId="fe0389ba0d566d70" providerId="LiveId" clId="{4D86FBB9-5063-46B1-8632-763DE2D703F9}"/>
    <pc:docChg chg="undo custSel addSld delSld modSld sldOrd">
      <pc:chgData name="JN Prevenção1" userId="fe0389ba0d566d70" providerId="LiveId" clId="{4D86FBB9-5063-46B1-8632-763DE2D703F9}" dt="2025-09-06T13:15:11.705" v="1435" actId="1036"/>
      <pc:docMkLst>
        <pc:docMk/>
      </pc:docMkLst>
      <pc:sldChg chg="modSp mod">
        <pc:chgData name="JN Prevenção1" userId="fe0389ba0d566d70" providerId="LiveId" clId="{4D86FBB9-5063-46B1-8632-763DE2D703F9}" dt="2025-09-02T17:40:23.588" v="221" actId="1076"/>
        <pc:sldMkLst>
          <pc:docMk/>
          <pc:sldMk cId="1704950658" sldId="312"/>
        </pc:sldMkLst>
        <pc:spChg chg="mod">
          <ac:chgData name="JN Prevenção1" userId="fe0389ba0d566d70" providerId="LiveId" clId="{4D86FBB9-5063-46B1-8632-763DE2D703F9}" dt="2025-09-02T17:40:23.588" v="221" actId="1076"/>
          <ac:spMkLst>
            <pc:docMk/>
            <pc:sldMk cId="1704950658" sldId="312"/>
            <ac:spMk id="87" creationId="{6417ECF3-749B-6F86-1338-6311274C1507}"/>
          </ac:spMkLst>
        </pc:spChg>
      </pc:sldChg>
      <pc:sldChg chg="addSp modSp mod">
        <pc:chgData name="JN Prevenção1" userId="fe0389ba0d566d70" providerId="LiveId" clId="{4D86FBB9-5063-46B1-8632-763DE2D703F9}" dt="2025-09-02T17:38:21.221" v="172" actId="1076"/>
        <pc:sldMkLst>
          <pc:docMk/>
          <pc:sldMk cId="363923524" sldId="320"/>
        </pc:sldMkLst>
        <pc:spChg chg="add mod">
          <ac:chgData name="JN Prevenção1" userId="fe0389ba0d566d70" providerId="LiveId" clId="{4D86FBB9-5063-46B1-8632-763DE2D703F9}" dt="2025-09-02T17:38:17.512" v="171" actId="1076"/>
          <ac:spMkLst>
            <pc:docMk/>
            <pc:sldMk cId="363923524" sldId="320"/>
            <ac:spMk id="2" creationId="{65406032-FE71-E737-4F21-A91C63B11F87}"/>
          </ac:spMkLst>
        </pc:spChg>
        <pc:spChg chg="mod">
          <ac:chgData name="JN Prevenção1" userId="fe0389ba0d566d70" providerId="LiveId" clId="{4D86FBB9-5063-46B1-8632-763DE2D703F9}" dt="2025-09-02T17:38:21.221" v="172" actId="1076"/>
          <ac:spMkLst>
            <pc:docMk/>
            <pc:sldMk cId="363923524" sldId="320"/>
            <ac:spMk id="85" creationId="{0CB1732B-E506-16B7-5BAD-9636990FD736}"/>
          </ac:spMkLst>
        </pc:spChg>
        <pc:picChg chg="add mod">
          <ac:chgData name="JN Prevenção1" userId="fe0389ba0d566d70" providerId="LiveId" clId="{4D86FBB9-5063-46B1-8632-763DE2D703F9}" dt="2025-09-02T17:38:00.327" v="165" actId="14100"/>
          <ac:picMkLst>
            <pc:docMk/>
            <pc:sldMk cId="363923524" sldId="320"/>
            <ac:picMk id="1026" creationId="{D625D1BC-D914-C65B-F709-FAD49EDE0471}"/>
          </ac:picMkLst>
        </pc:picChg>
      </pc:sldChg>
      <pc:sldChg chg="addSp delSp modSp add mod ord">
        <pc:chgData name="JN Prevenção1" userId="fe0389ba0d566d70" providerId="LiveId" clId="{4D86FBB9-5063-46B1-8632-763DE2D703F9}" dt="2025-09-02T17:42:08.201" v="253" actId="1076"/>
        <pc:sldMkLst>
          <pc:docMk/>
          <pc:sldMk cId="3722151483" sldId="321"/>
        </pc:sldMkLst>
        <pc:spChg chg="add mod">
          <ac:chgData name="JN Prevenção1" userId="fe0389ba0d566d70" providerId="LiveId" clId="{4D86FBB9-5063-46B1-8632-763DE2D703F9}" dt="2025-09-02T17:38:33.623" v="174" actId="1076"/>
          <ac:spMkLst>
            <pc:docMk/>
            <pc:sldMk cId="3722151483" sldId="321"/>
            <ac:spMk id="3" creationId="{927357F1-2071-B888-827A-EFAE549C33E9}"/>
          </ac:spMkLst>
        </pc:spChg>
        <pc:spChg chg="add mod">
          <ac:chgData name="JN Prevenção1" userId="fe0389ba0d566d70" providerId="LiveId" clId="{4D86FBB9-5063-46B1-8632-763DE2D703F9}" dt="2025-09-02T17:42:05.633" v="252" actId="1076"/>
          <ac:spMkLst>
            <pc:docMk/>
            <pc:sldMk cId="3722151483" sldId="321"/>
            <ac:spMk id="5" creationId="{95248072-A65A-924B-8CD0-F56ACF887937}"/>
          </ac:spMkLst>
        </pc:spChg>
        <pc:spChg chg="add mod">
          <ac:chgData name="JN Prevenção1" userId="fe0389ba0d566d70" providerId="LiveId" clId="{4D86FBB9-5063-46B1-8632-763DE2D703F9}" dt="2025-09-02T17:40:37.602" v="223" actId="20577"/>
          <ac:spMkLst>
            <pc:docMk/>
            <pc:sldMk cId="3722151483" sldId="321"/>
            <ac:spMk id="6" creationId="{122989EA-5D62-0296-871D-1F0255E13907}"/>
          </ac:spMkLst>
        </pc:spChg>
        <pc:spChg chg="add mod">
          <ac:chgData name="JN Prevenção1" userId="fe0389ba0d566d70" providerId="LiveId" clId="{4D86FBB9-5063-46B1-8632-763DE2D703F9}" dt="2025-09-02T17:42:08.201" v="253" actId="1076"/>
          <ac:spMkLst>
            <pc:docMk/>
            <pc:sldMk cId="3722151483" sldId="321"/>
            <ac:spMk id="7" creationId="{EB8DDAE2-DC66-156D-E696-AEF0F8103D9C}"/>
          </ac:spMkLst>
        </pc:spChg>
        <pc:spChg chg="mod">
          <ac:chgData name="JN Prevenção1" userId="fe0389ba0d566d70" providerId="LiveId" clId="{4D86FBB9-5063-46B1-8632-763DE2D703F9}" dt="2025-09-02T17:40:03.812" v="217" actId="20577"/>
          <ac:spMkLst>
            <pc:docMk/>
            <pc:sldMk cId="3722151483" sldId="321"/>
            <ac:spMk id="87" creationId="{83F68779-A91E-2EAF-626C-264221E8C665}"/>
          </ac:spMkLst>
        </pc:spChg>
        <pc:picChg chg="mod">
          <ac:chgData name="JN Prevenção1" userId="fe0389ba0d566d70" providerId="LiveId" clId="{4D86FBB9-5063-46B1-8632-763DE2D703F9}" dt="2025-09-02T17:41:39.058" v="249" actId="1076"/>
          <ac:picMkLst>
            <pc:docMk/>
            <pc:sldMk cId="3722151483" sldId="321"/>
            <ac:picMk id="82" creationId="{7E7E6DAA-5B76-546C-B078-2E616D734CDD}"/>
          </ac:picMkLst>
        </pc:picChg>
      </pc:sldChg>
      <pc:sldChg chg="addSp delSp modSp add mod ord">
        <pc:chgData name="JN Prevenção1" userId="fe0389ba0d566d70" providerId="LiveId" clId="{4D86FBB9-5063-46B1-8632-763DE2D703F9}" dt="2025-09-03T22:40:17.536" v="309" actId="1076"/>
        <pc:sldMkLst>
          <pc:docMk/>
          <pc:sldMk cId="2541791603" sldId="322"/>
        </pc:sldMkLst>
        <pc:spChg chg="mod">
          <ac:chgData name="JN Prevenção1" userId="fe0389ba0d566d70" providerId="LiveId" clId="{4D86FBB9-5063-46B1-8632-763DE2D703F9}" dt="2025-09-03T22:38:04.867" v="282" actId="113"/>
          <ac:spMkLst>
            <pc:docMk/>
            <pc:sldMk cId="2541791603" sldId="322"/>
            <ac:spMk id="2" creationId="{B8F0E978-ACC7-806E-1DBB-2EE50F1F6F5D}"/>
          </ac:spMkLst>
        </pc:spChg>
        <pc:spChg chg="mod">
          <ac:chgData name="JN Prevenção1" userId="fe0389ba0d566d70" providerId="LiveId" clId="{4D86FBB9-5063-46B1-8632-763DE2D703F9}" dt="2025-09-02T17:37:37.853" v="164" actId="14100"/>
          <ac:spMkLst>
            <pc:docMk/>
            <pc:sldMk cId="2541791603" sldId="322"/>
            <ac:spMk id="75" creationId="{F0104543-CC51-02FB-AD92-C3715E921E0C}"/>
          </ac:spMkLst>
        </pc:spChg>
        <pc:picChg chg="add mod modCrop">
          <ac:chgData name="JN Prevenção1" userId="fe0389ba0d566d70" providerId="LiveId" clId="{4D86FBB9-5063-46B1-8632-763DE2D703F9}" dt="2025-09-03T22:40:17.536" v="309" actId="1076"/>
          <ac:picMkLst>
            <pc:docMk/>
            <pc:sldMk cId="2541791603" sldId="322"/>
            <ac:picMk id="4" creationId="{02403D4F-836A-C6C4-AB2D-D8219D06289B}"/>
          </ac:picMkLst>
        </pc:picChg>
      </pc:sldChg>
      <pc:sldChg chg="addSp delSp modSp add mod">
        <pc:chgData name="JN Prevenção1" userId="fe0389ba0d566d70" providerId="LiveId" clId="{4D86FBB9-5063-46B1-8632-763DE2D703F9}" dt="2025-09-03T22:48:23.169" v="415" actId="1076"/>
        <pc:sldMkLst>
          <pc:docMk/>
          <pc:sldMk cId="836291409" sldId="323"/>
        </pc:sldMkLst>
        <pc:spChg chg="mod">
          <ac:chgData name="JN Prevenção1" userId="fe0389ba0d566d70" providerId="LiveId" clId="{4D86FBB9-5063-46B1-8632-763DE2D703F9}" dt="2025-09-03T22:41:34.766" v="334" actId="113"/>
          <ac:spMkLst>
            <pc:docMk/>
            <pc:sldMk cId="836291409" sldId="323"/>
            <ac:spMk id="2" creationId="{8D6CAD36-61BC-2051-0320-5DBDF37465E8}"/>
          </ac:spMkLst>
        </pc:spChg>
        <pc:picChg chg="add mod modCrop">
          <ac:chgData name="JN Prevenção1" userId="fe0389ba0d566d70" providerId="LiveId" clId="{4D86FBB9-5063-46B1-8632-763DE2D703F9}" dt="2025-09-03T22:48:23.169" v="415" actId="1076"/>
          <ac:picMkLst>
            <pc:docMk/>
            <pc:sldMk cId="836291409" sldId="323"/>
            <ac:picMk id="9" creationId="{CAF6B8A0-3804-C0AB-2F39-DDAF6C4C4507}"/>
          </ac:picMkLst>
        </pc:picChg>
      </pc:sldChg>
      <pc:sldChg chg="addSp delSp modSp add mod">
        <pc:chgData name="JN Prevenção1" userId="fe0389ba0d566d70" providerId="LiveId" clId="{4D86FBB9-5063-46B1-8632-763DE2D703F9}" dt="2025-09-03T22:49:02.434" v="428" actId="1076"/>
        <pc:sldMkLst>
          <pc:docMk/>
          <pc:sldMk cId="4030232220" sldId="324"/>
        </pc:sldMkLst>
        <pc:spChg chg="mod">
          <ac:chgData name="JN Prevenção1" userId="fe0389ba0d566d70" providerId="LiveId" clId="{4D86FBB9-5063-46B1-8632-763DE2D703F9}" dt="2025-09-03T22:44:25.326" v="371" actId="113"/>
          <ac:spMkLst>
            <pc:docMk/>
            <pc:sldMk cId="4030232220" sldId="324"/>
            <ac:spMk id="2" creationId="{9F9A56A7-51DC-5D02-4781-9B22A01D6E33}"/>
          </ac:spMkLst>
        </pc:spChg>
        <pc:picChg chg="add mod modCrop">
          <ac:chgData name="JN Prevenção1" userId="fe0389ba0d566d70" providerId="LiveId" clId="{4D86FBB9-5063-46B1-8632-763DE2D703F9}" dt="2025-09-03T22:49:02.434" v="428" actId="1076"/>
          <ac:picMkLst>
            <pc:docMk/>
            <pc:sldMk cId="4030232220" sldId="324"/>
            <ac:picMk id="4" creationId="{FCD69F6B-1432-4510-5901-EE295CF14171}"/>
          </ac:picMkLst>
        </pc:picChg>
      </pc:sldChg>
      <pc:sldChg chg="addSp delSp modSp add mod">
        <pc:chgData name="JN Prevenção1" userId="fe0389ba0d566d70" providerId="LiveId" clId="{4D86FBB9-5063-46B1-8632-763DE2D703F9}" dt="2025-09-03T23:22:52.712" v="794" actId="1035"/>
        <pc:sldMkLst>
          <pc:docMk/>
          <pc:sldMk cId="1306406749" sldId="325"/>
        </pc:sldMkLst>
        <pc:spChg chg="mod">
          <ac:chgData name="JN Prevenção1" userId="fe0389ba0d566d70" providerId="LiveId" clId="{4D86FBB9-5063-46B1-8632-763DE2D703F9}" dt="2025-09-03T22:54:25.055" v="475" actId="1076"/>
          <ac:spMkLst>
            <pc:docMk/>
            <pc:sldMk cId="1306406749" sldId="325"/>
            <ac:spMk id="2" creationId="{4CCCF106-D6CE-0A0A-30B3-C787CC1F361F}"/>
          </ac:spMkLst>
        </pc:spChg>
        <pc:picChg chg="add mod">
          <ac:chgData name="JN Prevenção1" userId="fe0389ba0d566d70" providerId="LiveId" clId="{4D86FBB9-5063-46B1-8632-763DE2D703F9}" dt="2025-09-03T23:22:52.712" v="794" actId="1035"/>
          <ac:picMkLst>
            <pc:docMk/>
            <pc:sldMk cId="1306406749" sldId="325"/>
            <ac:picMk id="4100" creationId="{20ADEDD9-FDFB-DABC-B78B-68DE63E9D6AC}"/>
          </ac:picMkLst>
        </pc:picChg>
      </pc:sldChg>
      <pc:sldChg chg="addSp delSp modSp add mod ord">
        <pc:chgData name="JN Prevenção1" userId="fe0389ba0d566d70" providerId="LiveId" clId="{4D86FBB9-5063-46B1-8632-763DE2D703F9}" dt="2025-09-03T23:01:34.514" v="567" actId="1035"/>
        <pc:sldMkLst>
          <pc:docMk/>
          <pc:sldMk cId="3430420042" sldId="326"/>
        </pc:sldMkLst>
        <pc:spChg chg="mod">
          <ac:chgData name="JN Prevenção1" userId="fe0389ba0d566d70" providerId="LiveId" clId="{4D86FBB9-5063-46B1-8632-763DE2D703F9}" dt="2025-09-03T22:57:58.132" v="527" actId="113"/>
          <ac:spMkLst>
            <pc:docMk/>
            <pc:sldMk cId="3430420042" sldId="326"/>
            <ac:spMk id="2" creationId="{742C6C30-0EDE-A676-E97B-166AA97E4375}"/>
          </ac:spMkLst>
        </pc:spChg>
        <pc:picChg chg="add mod">
          <ac:chgData name="JN Prevenção1" userId="fe0389ba0d566d70" providerId="LiveId" clId="{4D86FBB9-5063-46B1-8632-763DE2D703F9}" dt="2025-09-03T23:01:34.514" v="567" actId="1035"/>
          <ac:picMkLst>
            <pc:docMk/>
            <pc:sldMk cId="3430420042" sldId="326"/>
            <ac:picMk id="5126" creationId="{2A1D16CB-CF0C-016A-6C45-D71B7910856F}"/>
          </ac:picMkLst>
        </pc:picChg>
      </pc:sldChg>
      <pc:sldChg chg="add del">
        <pc:chgData name="JN Prevenção1" userId="fe0389ba0d566d70" providerId="LiveId" clId="{4D86FBB9-5063-46B1-8632-763DE2D703F9}" dt="2025-09-03T22:54:52.730" v="477" actId="2696"/>
        <pc:sldMkLst>
          <pc:docMk/>
          <pc:sldMk cId="3637628970" sldId="326"/>
        </pc:sldMkLst>
      </pc:sldChg>
      <pc:sldChg chg="addSp delSp modSp add mod">
        <pc:chgData name="JN Prevenção1" userId="fe0389ba0d566d70" providerId="LiveId" clId="{4D86FBB9-5063-46B1-8632-763DE2D703F9}" dt="2025-09-03T23:06:28.765" v="621" actId="1036"/>
        <pc:sldMkLst>
          <pc:docMk/>
          <pc:sldMk cId="2795637249" sldId="327"/>
        </pc:sldMkLst>
        <pc:spChg chg="mod">
          <ac:chgData name="JN Prevenção1" userId="fe0389ba0d566d70" providerId="LiveId" clId="{4D86FBB9-5063-46B1-8632-763DE2D703F9}" dt="2025-09-03T23:02:28.930" v="583" actId="113"/>
          <ac:spMkLst>
            <pc:docMk/>
            <pc:sldMk cId="2795637249" sldId="327"/>
            <ac:spMk id="2" creationId="{F7D4485B-6785-5B65-1A28-DDB7E4516744}"/>
          </ac:spMkLst>
        </pc:spChg>
        <pc:picChg chg="add mod">
          <ac:chgData name="JN Prevenção1" userId="fe0389ba0d566d70" providerId="LiveId" clId="{4D86FBB9-5063-46B1-8632-763DE2D703F9}" dt="2025-09-03T23:06:28.765" v="621" actId="1036"/>
          <ac:picMkLst>
            <pc:docMk/>
            <pc:sldMk cId="2795637249" sldId="327"/>
            <ac:picMk id="6146" creationId="{6997C89F-B02A-73B1-38BA-65CD10023692}"/>
          </ac:picMkLst>
        </pc:picChg>
      </pc:sldChg>
      <pc:sldChg chg="addSp delSp modSp add mod">
        <pc:chgData name="JN Prevenção1" userId="fe0389ba0d566d70" providerId="LiveId" clId="{4D86FBB9-5063-46B1-8632-763DE2D703F9}" dt="2025-09-03T23:16:47.276" v="706" actId="1036"/>
        <pc:sldMkLst>
          <pc:docMk/>
          <pc:sldMk cId="1803111199" sldId="328"/>
        </pc:sldMkLst>
        <pc:spChg chg="mod">
          <ac:chgData name="JN Prevenção1" userId="fe0389ba0d566d70" providerId="LiveId" clId="{4D86FBB9-5063-46B1-8632-763DE2D703F9}" dt="2025-09-03T23:07:15.614" v="637" actId="113"/>
          <ac:spMkLst>
            <pc:docMk/>
            <pc:sldMk cId="1803111199" sldId="328"/>
            <ac:spMk id="2" creationId="{CB9442F7-5373-9BC6-7C5D-585129C97197}"/>
          </ac:spMkLst>
        </pc:spChg>
        <pc:picChg chg="add del">
          <ac:chgData name="JN Prevenção1" userId="fe0389ba0d566d70" providerId="LiveId" clId="{4D86FBB9-5063-46B1-8632-763DE2D703F9}" dt="2025-09-03T23:08:05.765" v="640" actId="478"/>
          <ac:picMkLst>
            <pc:docMk/>
            <pc:sldMk cId="1803111199" sldId="328"/>
            <ac:picMk id="73" creationId="{DC8B48D8-1B7E-911B-AD3A-37F63DE55B07}"/>
          </ac:picMkLst>
        </pc:picChg>
        <pc:picChg chg="add mod">
          <ac:chgData name="JN Prevenção1" userId="fe0389ba0d566d70" providerId="LiveId" clId="{4D86FBB9-5063-46B1-8632-763DE2D703F9}" dt="2025-09-03T23:16:47.276" v="706" actId="1036"/>
          <ac:picMkLst>
            <pc:docMk/>
            <pc:sldMk cId="1803111199" sldId="328"/>
            <ac:picMk id="7178" creationId="{165AAEDF-5C5F-CEB8-F6C8-9D8A92DCB7C6}"/>
          </ac:picMkLst>
        </pc:picChg>
      </pc:sldChg>
      <pc:sldChg chg="addSp delSp modSp add mod">
        <pc:chgData name="JN Prevenção1" userId="fe0389ba0d566d70" providerId="LiveId" clId="{4D86FBB9-5063-46B1-8632-763DE2D703F9}" dt="2025-09-03T23:19:06.269" v="750" actId="1036"/>
        <pc:sldMkLst>
          <pc:docMk/>
          <pc:sldMk cId="1369926618" sldId="329"/>
        </pc:sldMkLst>
        <pc:spChg chg="mod">
          <ac:chgData name="JN Prevenção1" userId="fe0389ba0d566d70" providerId="LiveId" clId="{4D86FBB9-5063-46B1-8632-763DE2D703F9}" dt="2025-09-03T23:17:40.403" v="721" actId="113"/>
          <ac:spMkLst>
            <pc:docMk/>
            <pc:sldMk cId="1369926618" sldId="329"/>
            <ac:spMk id="2" creationId="{2162FF88-901B-D518-3A7B-BA5DF67E5E2A}"/>
          </ac:spMkLst>
        </pc:spChg>
        <pc:picChg chg="add mod">
          <ac:chgData name="JN Prevenção1" userId="fe0389ba0d566d70" providerId="LiveId" clId="{4D86FBB9-5063-46B1-8632-763DE2D703F9}" dt="2025-09-03T23:19:06.269" v="750" actId="1036"/>
          <ac:picMkLst>
            <pc:docMk/>
            <pc:sldMk cId="1369926618" sldId="329"/>
            <ac:picMk id="8194" creationId="{BC1A4D3A-0C98-0F04-67A6-DEF07ED7A432}"/>
          </ac:picMkLst>
        </pc:picChg>
      </pc:sldChg>
      <pc:sldChg chg="addSp delSp modSp add mod">
        <pc:chgData name="JN Prevenção1" userId="fe0389ba0d566d70" providerId="LiveId" clId="{4D86FBB9-5063-46B1-8632-763DE2D703F9}" dt="2025-09-03T23:24:22.872" v="829" actId="1036"/>
        <pc:sldMkLst>
          <pc:docMk/>
          <pc:sldMk cId="1938670138" sldId="330"/>
        </pc:sldMkLst>
        <pc:spChg chg="mod">
          <ac:chgData name="JN Prevenção1" userId="fe0389ba0d566d70" providerId="LiveId" clId="{4D86FBB9-5063-46B1-8632-763DE2D703F9}" dt="2025-09-03T23:21:30.357" v="764" actId="113"/>
          <ac:spMkLst>
            <pc:docMk/>
            <pc:sldMk cId="1938670138" sldId="330"/>
            <ac:spMk id="2" creationId="{E616BCBE-E678-2C38-DE06-E63354D52E43}"/>
          </ac:spMkLst>
        </pc:spChg>
        <pc:picChg chg="add mod">
          <ac:chgData name="JN Prevenção1" userId="fe0389ba0d566d70" providerId="LiveId" clId="{4D86FBB9-5063-46B1-8632-763DE2D703F9}" dt="2025-09-03T23:24:22.872" v="829" actId="1036"/>
          <ac:picMkLst>
            <pc:docMk/>
            <pc:sldMk cId="1938670138" sldId="330"/>
            <ac:picMk id="9218" creationId="{B8F1BD58-7E58-EC6E-66AF-3B05EB54CA30}"/>
          </ac:picMkLst>
        </pc:picChg>
      </pc:sldChg>
      <pc:sldChg chg="addSp delSp modSp add mod ord">
        <pc:chgData name="JN Prevenção1" userId="fe0389ba0d566d70" providerId="LiveId" clId="{4D86FBB9-5063-46B1-8632-763DE2D703F9}" dt="2025-09-03T23:38:35.015" v="931" actId="14100"/>
        <pc:sldMkLst>
          <pc:docMk/>
          <pc:sldMk cId="831280035" sldId="331"/>
        </pc:sldMkLst>
        <pc:spChg chg="mod">
          <ac:chgData name="JN Prevenção1" userId="fe0389ba0d566d70" providerId="LiveId" clId="{4D86FBB9-5063-46B1-8632-763DE2D703F9}" dt="2025-09-03T23:38:31.724" v="930" actId="1076"/>
          <ac:spMkLst>
            <pc:docMk/>
            <pc:sldMk cId="831280035" sldId="331"/>
            <ac:spMk id="8" creationId="{D610216C-53DA-636E-7A8C-5B7F05B4962F}"/>
          </ac:spMkLst>
        </pc:spChg>
        <pc:spChg chg="mod">
          <ac:chgData name="JN Prevenção1" userId="fe0389ba0d566d70" providerId="LiveId" clId="{4D86FBB9-5063-46B1-8632-763DE2D703F9}" dt="2025-09-03T23:31:28.468" v="841" actId="108"/>
          <ac:spMkLst>
            <pc:docMk/>
            <pc:sldMk cId="831280035" sldId="331"/>
            <ac:spMk id="75" creationId="{529C97C8-7903-28B7-E684-3E4428C017D0}"/>
          </ac:spMkLst>
        </pc:spChg>
        <pc:picChg chg="add mod">
          <ac:chgData name="JN Prevenção1" userId="fe0389ba0d566d70" providerId="LiveId" clId="{4D86FBB9-5063-46B1-8632-763DE2D703F9}" dt="2025-09-03T23:38:35.015" v="931" actId="14100"/>
          <ac:picMkLst>
            <pc:docMk/>
            <pc:sldMk cId="831280035" sldId="331"/>
            <ac:picMk id="10242" creationId="{1FCABB35-098F-3922-86A0-13AB71094CC9}"/>
          </ac:picMkLst>
        </pc:picChg>
      </pc:sldChg>
      <pc:sldChg chg="modSp add mod ord">
        <pc:chgData name="JN Prevenção1" userId="fe0389ba0d566d70" providerId="LiveId" clId="{4D86FBB9-5063-46B1-8632-763DE2D703F9}" dt="2025-09-03T23:49:37.979" v="942" actId="1076"/>
        <pc:sldMkLst>
          <pc:docMk/>
          <pc:sldMk cId="3079416690" sldId="332"/>
        </pc:sldMkLst>
        <pc:spChg chg="mod">
          <ac:chgData name="JN Prevenção1" userId="fe0389ba0d566d70" providerId="LiveId" clId="{4D86FBB9-5063-46B1-8632-763DE2D703F9}" dt="2025-09-03T23:49:37.979" v="942" actId="1076"/>
          <ac:spMkLst>
            <pc:docMk/>
            <pc:sldMk cId="3079416690" sldId="332"/>
            <ac:spMk id="56" creationId="{D92B9AFE-252E-5929-BF31-77FC23D944EC}"/>
          </ac:spMkLst>
        </pc:spChg>
      </pc:sldChg>
      <pc:sldChg chg="modSp add mod ord">
        <pc:chgData name="JN Prevenção1" userId="fe0389ba0d566d70" providerId="LiveId" clId="{4D86FBB9-5063-46B1-8632-763DE2D703F9}" dt="2025-09-03T23:51:17.875" v="993" actId="20577"/>
        <pc:sldMkLst>
          <pc:docMk/>
          <pc:sldMk cId="1226869184" sldId="333"/>
        </pc:sldMkLst>
        <pc:spChg chg="mod">
          <ac:chgData name="JN Prevenção1" userId="fe0389ba0d566d70" providerId="LiveId" clId="{4D86FBB9-5063-46B1-8632-763DE2D703F9}" dt="2025-09-03T23:50:44.454" v="969" actId="14100"/>
          <ac:spMkLst>
            <pc:docMk/>
            <pc:sldMk cId="1226869184" sldId="333"/>
            <ac:spMk id="93" creationId="{AD2D1B2F-8142-4F88-CDCC-AAF07B042859}"/>
          </ac:spMkLst>
        </pc:spChg>
        <pc:spChg chg="mod">
          <ac:chgData name="JN Prevenção1" userId="fe0389ba0d566d70" providerId="LiveId" clId="{4D86FBB9-5063-46B1-8632-763DE2D703F9}" dt="2025-09-03T23:50:53.572" v="971" actId="14100"/>
          <ac:spMkLst>
            <pc:docMk/>
            <pc:sldMk cId="1226869184" sldId="333"/>
            <ac:spMk id="95" creationId="{8B251197-D9FE-1416-BAB7-3EE80CF97DDA}"/>
          </ac:spMkLst>
        </pc:spChg>
        <pc:spChg chg="mod">
          <ac:chgData name="JN Prevenção1" userId="fe0389ba0d566d70" providerId="LiveId" clId="{4D86FBB9-5063-46B1-8632-763DE2D703F9}" dt="2025-09-03T23:50:37.203" v="968" actId="14100"/>
          <ac:spMkLst>
            <pc:docMk/>
            <pc:sldMk cId="1226869184" sldId="333"/>
            <ac:spMk id="96" creationId="{FBDB305F-74B1-0E37-0088-9A1E2DB7543D}"/>
          </ac:spMkLst>
        </pc:spChg>
        <pc:spChg chg="mod">
          <ac:chgData name="JN Prevenção1" userId="fe0389ba0d566d70" providerId="LiveId" clId="{4D86FBB9-5063-46B1-8632-763DE2D703F9}" dt="2025-09-03T23:51:17.875" v="993" actId="20577"/>
          <ac:spMkLst>
            <pc:docMk/>
            <pc:sldMk cId="1226869184" sldId="333"/>
            <ac:spMk id="98" creationId="{2F5A1FBE-335E-FFD2-6158-4311EB1762BA}"/>
          </ac:spMkLst>
        </pc:spChg>
        <pc:spChg chg="mod">
          <ac:chgData name="JN Prevenção1" userId="fe0389ba0d566d70" providerId="LiveId" clId="{4D86FBB9-5063-46B1-8632-763DE2D703F9}" dt="2025-09-03T23:50:06.038" v="961" actId="20577"/>
          <ac:spMkLst>
            <pc:docMk/>
            <pc:sldMk cId="1226869184" sldId="333"/>
            <ac:spMk id="100" creationId="{649D46BF-51AB-58A0-EF9B-B9675FA025A9}"/>
          </ac:spMkLst>
        </pc:spChg>
      </pc:sldChg>
      <pc:sldChg chg="addSp delSp modSp add mod ord">
        <pc:chgData name="JN Prevenção1" userId="fe0389ba0d566d70" providerId="LiveId" clId="{4D86FBB9-5063-46B1-8632-763DE2D703F9}" dt="2025-09-04T00:00:04.677" v="1093" actId="14100"/>
        <pc:sldMkLst>
          <pc:docMk/>
          <pc:sldMk cId="3482625012" sldId="334"/>
        </pc:sldMkLst>
        <pc:spChg chg="mod">
          <ac:chgData name="JN Prevenção1" userId="fe0389ba0d566d70" providerId="LiveId" clId="{4D86FBB9-5063-46B1-8632-763DE2D703F9}" dt="2025-09-03T23:55:41.019" v="1040" actId="14100"/>
          <ac:spMkLst>
            <pc:docMk/>
            <pc:sldMk cId="3482625012" sldId="334"/>
            <ac:spMk id="83" creationId="{F886A085-AF5B-F5AE-4650-1FD6CD13F752}"/>
          </ac:spMkLst>
        </pc:spChg>
        <pc:spChg chg="mod">
          <ac:chgData name="JN Prevenção1" userId="fe0389ba0d566d70" providerId="LiveId" clId="{4D86FBB9-5063-46B1-8632-763DE2D703F9}" dt="2025-09-03T23:56:16.422" v="1044" actId="5793"/>
          <ac:spMkLst>
            <pc:docMk/>
            <pc:sldMk cId="3482625012" sldId="334"/>
            <ac:spMk id="84" creationId="{F6E47DD5-1DE0-E8DB-E941-9B2F041BBB76}"/>
          </ac:spMkLst>
        </pc:spChg>
        <pc:spChg chg="mod">
          <ac:chgData name="JN Prevenção1" userId="fe0389ba0d566d70" providerId="LiveId" clId="{4D86FBB9-5063-46B1-8632-763DE2D703F9}" dt="2025-09-03T23:52:11.426" v="1003"/>
          <ac:spMkLst>
            <pc:docMk/>
            <pc:sldMk cId="3482625012" sldId="334"/>
            <ac:spMk id="87" creationId="{28654C6C-C3B4-E788-E205-A0AE29C4A0AD}"/>
          </ac:spMkLst>
        </pc:spChg>
        <pc:picChg chg="mod">
          <ac:chgData name="JN Prevenção1" userId="fe0389ba0d566d70" providerId="LiveId" clId="{4D86FBB9-5063-46B1-8632-763DE2D703F9}" dt="2025-09-03T23:55:32.969" v="1039" actId="1076"/>
          <ac:picMkLst>
            <pc:docMk/>
            <pc:sldMk cId="3482625012" sldId="334"/>
            <ac:picMk id="8" creationId="{FAA53137-6863-3BEB-52CA-7EBD4DEC4AF1}"/>
          </ac:picMkLst>
        </pc:picChg>
        <pc:picChg chg="add mod">
          <ac:chgData name="JN Prevenção1" userId="fe0389ba0d566d70" providerId="LiveId" clId="{4D86FBB9-5063-46B1-8632-763DE2D703F9}" dt="2025-09-04T00:00:04.677" v="1093" actId="14100"/>
          <ac:picMkLst>
            <pc:docMk/>
            <pc:sldMk cId="3482625012" sldId="334"/>
            <ac:picMk id="11266" creationId="{CC792A7E-86BC-BFEA-A353-99BECF2EC862}"/>
          </ac:picMkLst>
        </pc:picChg>
      </pc:sldChg>
      <pc:sldChg chg="add del ord">
        <pc:chgData name="JN Prevenção1" userId="fe0389ba0d566d70" providerId="LiveId" clId="{4D86FBB9-5063-46B1-8632-763DE2D703F9}" dt="2025-09-04T22:42:54.954" v="1097" actId="47"/>
        <pc:sldMkLst>
          <pc:docMk/>
          <pc:sldMk cId="766490011" sldId="335"/>
        </pc:sldMkLst>
      </pc:sldChg>
      <pc:sldChg chg="addSp delSp modSp add mod">
        <pc:chgData name="JN Prevenção1" userId="fe0389ba0d566d70" providerId="LiveId" clId="{4D86FBB9-5063-46B1-8632-763DE2D703F9}" dt="2025-09-06T13:08:38.599" v="1368" actId="1036"/>
        <pc:sldMkLst>
          <pc:docMk/>
          <pc:sldMk cId="4054925767" sldId="335"/>
        </pc:sldMkLst>
        <pc:spChg chg="add mod">
          <ac:chgData name="JN Prevenção1" userId="fe0389ba0d566d70" providerId="LiveId" clId="{4D86FBB9-5063-46B1-8632-763DE2D703F9}" dt="2025-09-06T13:07:42.157" v="1353" actId="1076"/>
          <ac:spMkLst>
            <pc:docMk/>
            <pc:sldMk cId="4054925767" sldId="335"/>
            <ac:spMk id="6" creationId="{F12C7E4E-47B4-229D-0DB6-E7B729418F70}"/>
          </ac:spMkLst>
        </pc:spChg>
        <pc:spChg chg="add mod">
          <ac:chgData name="JN Prevenção1" userId="fe0389ba0d566d70" providerId="LiveId" clId="{4D86FBB9-5063-46B1-8632-763DE2D703F9}" dt="2025-09-06T13:08:26.203" v="1358" actId="115"/>
          <ac:spMkLst>
            <pc:docMk/>
            <pc:sldMk cId="4054925767" sldId="335"/>
            <ac:spMk id="7" creationId="{D647C6CB-06D7-BB52-52FF-1D6891DBD852}"/>
          </ac:spMkLst>
        </pc:spChg>
        <pc:spChg chg="mod">
          <ac:chgData name="JN Prevenção1" userId="fe0389ba0d566d70" providerId="LiveId" clId="{4D86FBB9-5063-46B1-8632-763DE2D703F9}" dt="2025-09-04T22:59:37.466" v="1270" actId="14100"/>
          <ac:spMkLst>
            <pc:docMk/>
            <pc:sldMk cId="4054925767" sldId="335"/>
            <ac:spMk id="83" creationId="{EBE0ECA6-DF00-61F8-0FBF-5026E59E49AA}"/>
          </ac:spMkLst>
        </pc:spChg>
        <pc:spChg chg="mod">
          <ac:chgData name="JN Prevenção1" userId="fe0389ba0d566d70" providerId="LiveId" clId="{4D86FBB9-5063-46B1-8632-763DE2D703F9}" dt="2025-09-04T23:02:09.007" v="1338" actId="14100"/>
          <ac:spMkLst>
            <pc:docMk/>
            <pc:sldMk cId="4054925767" sldId="335"/>
            <ac:spMk id="84" creationId="{A00DD601-031F-DC9C-6B5E-6D3E0A7B02FA}"/>
          </ac:spMkLst>
        </pc:spChg>
        <pc:spChg chg="mod">
          <ac:chgData name="JN Prevenção1" userId="fe0389ba0d566d70" providerId="LiveId" clId="{4D86FBB9-5063-46B1-8632-763DE2D703F9}" dt="2025-09-04T22:59:39.615" v="1271" actId="14100"/>
          <ac:spMkLst>
            <pc:docMk/>
            <pc:sldMk cId="4054925767" sldId="335"/>
            <ac:spMk id="87" creationId="{04F1674C-69D3-6089-2821-36A03F1437F0}"/>
          </ac:spMkLst>
        </pc:spChg>
        <pc:picChg chg="add mod">
          <ac:chgData name="JN Prevenção1" userId="fe0389ba0d566d70" providerId="LiveId" clId="{4D86FBB9-5063-46B1-8632-763DE2D703F9}" dt="2025-09-06T13:08:38.599" v="1368" actId="1036"/>
          <ac:picMkLst>
            <pc:docMk/>
            <pc:sldMk cId="4054925767" sldId="335"/>
            <ac:picMk id="1030" creationId="{8D931EF4-B53F-0284-F890-3A17A18A30BC}"/>
          </ac:picMkLst>
        </pc:picChg>
      </pc:sldChg>
      <pc:sldChg chg="addSp delSp modSp add mod">
        <pc:chgData name="JN Prevenção1" userId="fe0389ba0d566d70" providerId="LiveId" clId="{4D86FBB9-5063-46B1-8632-763DE2D703F9}" dt="2025-09-06T13:14:16.313" v="1427" actId="1076"/>
        <pc:sldMkLst>
          <pc:docMk/>
          <pc:sldMk cId="16432267" sldId="336"/>
        </pc:sldMkLst>
        <pc:spChg chg="mod">
          <ac:chgData name="JN Prevenção1" userId="fe0389ba0d566d70" providerId="LiveId" clId="{4D86FBB9-5063-46B1-8632-763DE2D703F9}" dt="2025-09-04T22:50:45.379" v="1158" actId="20577"/>
          <ac:spMkLst>
            <pc:docMk/>
            <pc:sldMk cId="16432267" sldId="336"/>
            <ac:spMk id="84" creationId="{D9EA3734-15E1-4C31-C6AB-663FC72734CE}"/>
          </ac:spMkLst>
        </pc:spChg>
        <pc:spChg chg="mod">
          <ac:chgData name="JN Prevenção1" userId="fe0389ba0d566d70" providerId="LiveId" clId="{4D86FBB9-5063-46B1-8632-763DE2D703F9}" dt="2025-09-04T22:47:28.668" v="1126"/>
          <ac:spMkLst>
            <pc:docMk/>
            <pc:sldMk cId="16432267" sldId="336"/>
            <ac:spMk id="87" creationId="{3BE2AD4B-5E2A-B547-2A04-44689A6EAEE5}"/>
          </ac:spMkLst>
        </pc:spChg>
        <pc:picChg chg="add mod">
          <ac:chgData name="JN Prevenção1" userId="fe0389ba0d566d70" providerId="LiveId" clId="{4D86FBB9-5063-46B1-8632-763DE2D703F9}" dt="2025-09-06T13:14:16.313" v="1427" actId="1076"/>
          <ac:picMkLst>
            <pc:docMk/>
            <pc:sldMk cId="16432267" sldId="336"/>
            <ac:picMk id="1028" creationId="{BDE8CA66-3C8D-647F-9D4F-BEBB12D12322}"/>
          </ac:picMkLst>
        </pc:picChg>
      </pc:sldChg>
      <pc:sldChg chg="addSp delSp modSp add mod">
        <pc:chgData name="JN Prevenção1" userId="fe0389ba0d566d70" providerId="LiveId" clId="{4D86FBB9-5063-46B1-8632-763DE2D703F9}" dt="2025-09-06T13:15:11.705" v="1435" actId="1036"/>
        <pc:sldMkLst>
          <pc:docMk/>
          <pc:sldMk cId="1566281079" sldId="337"/>
        </pc:sldMkLst>
        <pc:spChg chg="add mod">
          <ac:chgData name="JN Prevenção1" userId="fe0389ba0d566d70" providerId="LiveId" clId="{4D86FBB9-5063-46B1-8632-763DE2D703F9}" dt="2025-09-04T22:52:05.471" v="1219" actId="1076"/>
          <ac:spMkLst>
            <pc:docMk/>
            <pc:sldMk cId="1566281079" sldId="337"/>
            <ac:spMk id="3" creationId="{7462BB86-DC5A-E43C-5797-8DCDB9A0F17D}"/>
          </ac:spMkLst>
        </pc:spChg>
        <pc:spChg chg="mod">
          <ac:chgData name="JN Prevenção1" userId="fe0389ba0d566d70" providerId="LiveId" clId="{4D86FBB9-5063-46B1-8632-763DE2D703F9}" dt="2025-09-04T22:51:03.494" v="1169" actId="14100"/>
          <ac:spMkLst>
            <pc:docMk/>
            <pc:sldMk cId="1566281079" sldId="337"/>
            <ac:spMk id="83" creationId="{33E9E7CA-FC79-1C4D-475C-F78DEADC8D6C}"/>
          </ac:spMkLst>
        </pc:spChg>
        <pc:spChg chg="mod">
          <ac:chgData name="JN Prevenção1" userId="fe0389ba0d566d70" providerId="LiveId" clId="{4D86FBB9-5063-46B1-8632-763DE2D703F9}" dt="2025-09-04T22:51:42.590" v="1213" actId="1076"/>
          <ac:spMkLst>
            <pc:docMk/>
            <pc:sldMk cId="1566281079" sldId="337"/>
            <ac:spMk id="87" creationId="{982C5002-0A2E-C0F2-C124-9E2F1D890532}"/>
          </ac:spMkLst>
        </pc:spChg>
        <pc:picChg chg="add mod">
          <ac:chgData name="JN Prevenção1" userId="fe0389ba0d566d70" providerId="LiveId" clId="{4D86FBB9-5063-46B1-8632-763DE2D703F9}" dt="2025-09-06T13:15:11.705" v="1435" actId="1036"/>
          <ac:picMkLst>
            <pc:docMk/>
            <pc:sldMk cId="1566281079" sldId="337"/>
            <ac:picMk id="4" creationId="{9E470452-9DBA-F398-1BFA-A338DAF31578}"/>
          </ac:picMkLst>
        </pc:picChg>
      </pc:sldChg>
      <pc:sldChg chg="add del">
        <pc:chgData name="JN Prevenção1" userId="fe0389ba0d566d70" providerId="LiveId" clId="{4D86FBB9-5063-46B1-8632-763DE2D703F9}" dt="2025-09-04T22:55:28.631" v="1221"/>
        <pc:sldMkLst>
          <pc:docMk/>
          <pc:sldMk cId="67447998" sldId="338"/>
        </pc:sldMkLst>
      </pc:sldChg>
      <pc:sldChg chg="add del">
        <pc:chgData name="JN Prevenção1" userId="fe0389ba0d566d70" providerId="LiveId" clId="{4D86FBB9-5063-46B1-8632-763DE2D703F9}" dt="2025-09-04T22:55:31.702" v="1223"/>
        <pc:sldMkLst>
          <pc:docMk/>
          <pc:sldMk cId="3621408706" sldId="338"/>
        </pc:sldMkLst>
      </pc:sldChg>
    </pc:docChg>
  </pc:docChgLst>
  <pc:docChgLst>
    <pc:chgData name="JN Prevenção1" userId="fe0389ba0d566d70" providerId="LiveId" clId="{246F7471-E943-45DC-A839-8AEA12E30830}"/>
    <pc:docChg chg="undo redo custSel addSld delSld modSld sldOrd">
      <pc:chgData name="JN Prevenção1" userId="fe0389ba0d566d70" providerId="LiveId" clId="{246F7471-E943-45DC-A839-8AEA12E30830}" dt="2025-09-01T21:24:40.908" v="4838" actId="1076"/>
      <pc:docMkLst>
        <pc:docMk/>
      </pc:docMkLst>
      <pc:sldChg chg="del">
        <pc:chgData name="JN Prevenção1" userId="fe0389ba0d566d70" providerId="LiveId" clId="{246F7471-E943-45DC-A839-8AEA12E30830}" dt="2025-08-21T21:21:10.810" v="26" actId="2696"/>
        <pc:sldMkLst>
          <pc:docMk/>
          <pc:sldMk cId="0" sldId="256"/>
        </pc:sldMkLst>
      </pc:sldChg>
      <pc:sldChg chg="del">
        <pc:chgData name="JN Prevenção1" userId="fe0389ba0d566d70" providerId="LiveId" clId="{246F7471-E943-45DC-A839-8AEA12E30830}" dt="2025-08-27T22:48:29.090" v="4552" actId="47"/>
        <pc:sldMkLst>
          <pc:docMk/>
          <pc:sldMk cId="0" sldId="257"/>
        </pc:sldMkLst>
      </pc:sldChg>
      <pc:sldChg chg="addSp delSp modSp mod ord modNotes">
        <pc:chgData name="JN Prevenção1" userId="fe0389ba0d566d70" providerId="LiveId" clId="{246F7471-E943-45DC-A839-8AEA12E30830}" dt="2025-08-27T20:21:26.006" v="2555"/>
        <pc:sldMkLst>
          <pc:docMk/>
          <pc:sldMk cId="0" sldId="258"/>
        </pc:sldMkLst>
      </pc:sldChg>
      <pc:sldChg chg="addSp delSp modSp mod ord modNotes">
        <pc:chgData name="JN Prevenção1" userId="fe0389ba0d566d70" providerId="LiveId" clId="{246F7471-E943-45DC-A839-8AEA12E30830}" dt="2025-08-27T20:46:06.143" v="2922" actId="478"/>
        <pc:sldMkLst>
          <pc:docMk/>
          <pc:sldMk cId="0" sldId="259"/>
        </pc:sldMkLst>
      </pc:sldChg>
      <pc:sldChg chg="modSp mod ord">
        <pc:chgData name="JN Prevenção1" userId="fe0389ba0d566d70" providerId="LiveId" clId="{246F7471-E943-45DC-A839-8AEA12E30830}" dt="2025-08-21T22:29:45.349" v="248"/>
        <pc:sldMkLst>
          <pc:docMk/>
          <pc:sldMk cId="0" sldId="260"/>
        </pc:sldMkLst>
      </pc:sldChg>
      <pc:sldChg chg="addSp delSp modSp mod ord">
        <pc:chgData name="JN Prevenção1" userId="fe0389ba0d566d70" providerId="LiveId" clId="{246F7471-E943-45DC-A839-8AEA12E30830}" dt="2025-08-27T22:47:04.902" v="4542" actId="732"/>
        <pc:sldMkLst>
          <pc:docMk/>
          <pc:sldMk cId="0" sldId="261"/>
        </pc:sldMkLst>
      </pc:sldChg>
      <pc:sldChg chg="del">
        <pc:chgData name="JN Prevenção1" userId="fe0389ba0d566d70" providerId="LiveId" clId="{246F7471-E943-45DC-A839-8AEA12E30830}" dt="2025-08-27T22:48:39.696" v="4556" actId="47"/>
        <pc:sldMkLst>
          <pc:docMk/>
          <pc:sldMk cId="0" sldId="262"/>
        </pc:sldMkLst>
      </pc:sldChg>
      <pc:sldChg chg="modSp add mod ord">
        <pc:chgData name="JN Prevenção1" userId="fe0389ba0d566d70" providerId="LiveId" clId="{246F7471-E943-45DC-A839-8AEA12E30830}" dt="2025-08-26T21:49:35.591" v="580" actId="1076"/>
        <pc:sldMkLst>
          <pc:docMk/>
          <pc:sldMk cId="0" sldId="263"/>
        </pc:sldMkLst>
      </pc:sldChg>
      <pc:sldChg chg="modSp add del mod ord">
        <pc:chgData name="JN Prevenção1" userId="fe0389ba0d566d70" providerId="LiveId" clId="{246F7471-E943-45DC-A839-8AEA12E30830}" dt="2025-08-27T22:48:37.562" v="4555" actId="47"/>
        <pc:sldMkLst>
          <pc:docMk/>
          <pc:sldMk cId="4212420542" sldId="264"/>
        </pc:sldMkLst>
      </pc:sldChg>
      <pc:sldChg chg="add del">
        <pc:chgData name="JN Prevenção1" userId="fe0389ba0d566d70" providerId="LiveId" clId="{246F7471-E943-45DC-A839-8AEA12E30830}" dt="2025-08-27T22:48:31.604" v="4554" actId="47"/>
        <pc:sldMkLst>
          <pc:docMk/>
          <pc:sldMk cId="580818987" sldId="265"/>
        </pc:sldMkLst>
      </pc:sldChg>
      <pc:sldChg chg="addSp delSp modSp add mod ord">
        <pc:chgData name="JN Prevenção1" userId="fe0389ba0d566d70" providerId="LiveId" clId="{246F7471-E943-45DC-A839-8AEA12E30830}" dt="2025-08-21T22:41:43.710" v="284" actId="1076"/>
        <pc:sldMkLst>
          <pc:docMk/>
          <pc:sldMk cId="1474253776" sldId="266"/>
        </pc:sldMkLst>
      </pc:sldChg>
      <pc:sldChg chg="addSp delSp modSp add mod">
        <pc:chgData name="JN Prevenção1" userId="fe0389ba0d566d70" providerId="LiveId" clId="{246F7471-E943-45DC-A839-8AEA12E30830}" dt="2025-08-26T22:10:02.394" v="1102" actId="14100"/>
        <pc:sldMkLst>
          <pc:docMk/>
          <pc:sldMk cId="1958483167" sldId="267"/>
        </pc:sldMkLst>
      </pc:sldChg>
      <pc:sldChg chg="addSp delSp modSp add mod">
        <pc:chgData name="JN Prevenção1" userId="fe0389ba0d566d70" providerId="LiveId" clId="{246F7471-E943-45DC-A839-8AEA12E30830}" dt="2025-08-26T22:12:54.198" v="1119" actId="18131"/>
        <pc:sldMkLst>
          <pc:docMk/>
          <pc:sldMk cId="162784412" sldId="268"/>
        </pc:sldMkLst>
      </pc:sldChg>
      <pc:sldChg chg="addSp delSp modSp add mod">
        <pc:chgData name="JN Prevenção1" userId="fe0389ba0d566d70" providerId="LiveId" clId="{246F7471-E943-45DC-A839-8AEA12E30830}" dt="2025-08-26T22:14:18.042" v="1134" actId="1076"/>
        <pc:sldMkLst>
          <pc:docMk/>
          <pc:sldMk cId="1250197393" sldId="269"/>
        </pc:sldMkLst>
      </pc:sldChg>
      <pc:sldChg chg="addSp delSp modSp add mod">
        <pc:chgData name="JN Prevenção1" userId="fe0389ba0d566d70" providerId="LiveId" clId="{246F7471-E943-45DC-A839-8AEA12E30830}" dt="2025-08-26T22:15:39.284" v="1149" actId="1076"/>
        <pc:sldMkLst>
          <pc:docMk/>
          <pc:sldMk cId="1070616827" sldId="270"/>
        </pc:sldMkLst>
      </pc:sldChg>
      <pc:sldChg chg="add">
        <pc:chgData name="JN Prevenção1" userId="fe0389ba0d566d70" providerId="LiveId" clId="{246F7471-E943-45DC-A839-8AEA12E30830}" dt="2025-08-26T21:48:55.888" v="519" actId="2890"/>
        <pc:sldMkLst>
          <pc:docMk/>
          <pc:sldMk cId="2115571881" sldId="271"/>
        </pc:sldMkLst>
      </pc:sldChg>
      <pc:sldChg chg="add">
        <pc:chgData name="JN Prevenção1" userId="fe0389ba0d566d70" providerId="LiveId" clId="{246F7471-E943-45DC-A839-8AEA12E30830}" dt="2025-08-26T21:50:05.060" v="581"/>
        <pc:sldMkLst>
          <pc:docMk/>
          <pc:sldMk cId="2821213349" sldId="272"/>
        </pc:sldMkLst>
      </pc:sldChg>
      <pc:sldChg chg="addSp modSp add del mod">
        <pc:chgData name="JN Prevenção1" userId="fe0389ba0d566d70" providerId="LiveId" clId="{246F7471-E943-45DC-A839-8AEA12E30830}" dt="2025-08-26T21:53:42.444" v="616" actId="2696"/>
        <pc:sldMkLst>
          <pc:docMk/>
          <pc:sldMk cId="500153681" sldId="273"/>
        </pc:sldMkLst>
      </pc:sldChg>
      <pc:sldChg chg="add">
        <pc:chgData name="JN Prevenção1" userId="fe0389ba0d566d70" providerId="LiveId" clId="{246F7471-E943-45DC-A839-8AEA12E30830}" dt="2025-08-26T21:53:03.755" v="615" actId="2890"/>
        <pc:sldMkLst>
          <pc:docMk/>
          <pc:sldMk cId="3886107085" sldId="274"/>
        </pc:sldMkLst>
      </pc:sldChg>
      <pc:sldChg chg="addSp modSp add mod">
        <pc:chgData name="JN Prevenção1" userId="fe0389ba0d566d70" providerId="LiveId" clId="{246F7471-E943-45DC-A839-8AEA12E30830}" dt="2025-08-26T21:54:09.399" v="651" actId="1076"/>
        <pc:sldMkLst>
          <pc:docMk/>
          <pc:sldMk cId="1881253917" sldId="275"/>
        </pc:sldMkLst>
      </pc:sldChg>
      <pc:sldChg chg="addSp delSp modSp add mod ord modNotes">
        <pc:chgData name="JN Prevenção1" userId="fe0389ba0d566d70" providerId="LiveId" clId="{246F7471-E943-45DC-A839-8AEA12E30830}" dt="2025-09-01T21:24:40.908" v="4838" actId="1076"/>
        <pc:sldMkLst>
          <pc:docMk/>
          <pc:sldMk cId="593351677" sldId="276"/>
        </pc:sldMkLst>
      </pc:sldChg>
      <pc:sldChg chg="modSp add mod">
        <pc:chgData name="JN Prevenção1" userId="fe0389ba0d566d70" providerId="LiveId" clId="{246F7471-E943-45DC-A839-8AEA12E30830}" dt="2025-08-26T22:20:28.536" v="1177" actId="1036"/>
        <pc:sldMkLst>
          <pc:docMk/>
          <pc:sldMk cId="1199151837" sldId="277"/>
        </pc:sldMkLst>
      </pc:sldChg>
      <pc:sldChg chg="add del">
        <pc:chgData name="JN Prevenção1" userId="fe0389ba0d566d70" providerId="LiveId" clId="{246F7471-E943-45DC-A839-8AEA12E30830}" dt="2025-08-26T22:13:10.190" v="1121" actId="2696"/>
        <pc:sldMkLst>
          <pc:docMk/>
          <pc:sldMk cId="1224771923" sldId="277"/>
        </pc:sldMkLst>
      </pc:sldChg>
      <pc:sldChg chg="add del">
        <pc:chgData name="JN Prevenção1" userId="fe0389ba0d566d70" providerId="LiveId" clId="{246F7471-E943-45DC-A839-8AEA12E30830}" dt="2025-08-26T22:11:34.567" v="1104" actId="47"/>
        <pc:sldMkLst>
          <pc:docMk/>
          <pc:sldMk cId="3908267884" sldId="277"/>
        </pc:sldMkLst>
      </pc:sldChg>
      <pc:sldChg chg="modSp add mod">
        <pc:chgData name="JN Prevenção1" userId="fe0389ba0d566d70" providerId="LiveId" clId="{246F7471-E943-45DC-A839-8AEA12E30830}" dt="2025-08-26T22:23:13.063" v="1195" actId="1076"/>
        <pc:sldMkLst>
          <pc:docMk/>
          <pc:sldMk cId="2711186359" sldId="278"/>
        </pc:sldMkLst>
      </pc:sldChg>
      <pc:sldChg chg="modSp add mod">
        <pc:chgData name="JN Prevenção1" userId="fe0389ba0d566d70" providerId="LiveId" clId="{246F7471-E943-45DC-A839-8AEA12E30830}" dt="2025-08-26T22:29:59.159" v="1232" actId="1076"/>
        <pc:sldMkLst>
          <pc:docMk/>
          <pc:sldMk cId="2911204586" sldId="279"/>
        </pc:sldMkLst>
      </pc:sldChg>
      <pc:sldChg chg="addSp delSp modSp add mod ord">
        <pc:chgData name="JN Prevenção1" userId="fe0389ba0d566d70" providerId="LiveId" clId="{246F7471-E943-45DC-A839-8AEA12E30830}" dt="2025-08-27T23:02:37.977" v="4789" actId="20577"/>
        <pc:sldMkLst>
          <pc:docMk/>
          <pc:sldMk cId="3116607254" sldId="280"/>
        </pc:sldMkLst>
      </pc:sldChg>
      <pc:sldChg chg="add del">
        <pc:chgData name="JN Prevenção1" userId="fe0389ba0d566d70" providerId="LiveId" clId="{246F7471-E943-45DC-A839-8AEA12E30830}" dt="2025-08-26T23:24:43.023" v="1502" actId="2696"/>
        <pc:sldMkLst>
          <pc:docMk/>
          <pc:sldMk cId="2305614003" sldId="281"/>
        </pc:sldMkLst>
      </pc:sldChg>
      <pc:sldChg chg="add del">
        <pc:chgData name="JN Prevenção1" userId="fe0389ba0d566d70" providerId="LiveId" clId="{246F7471-E943-45DC-A839-8AEA12E30830}" dt="2025-08-27T22:48:30.477" v="4553" actId="47"/>
        <pc:sldMkLst>
          <pc:docMk/>
          <pc:sldMk cId="2759015668" sldId="281"/>
        </pc:sldMkLst>
      </pc:sldChg>
      <pc:sldChg chg="addSp delSp modSp add mod ord">
        <pc:chgData name="JN Prevenção1" userId="fe0389ba0d566d70" providerId="LiveId" clId="{246F7471-E943-45DC-A839-8AEA12E30830}" dt="2025-08-26T23:29:45.526" v="1554" actId="1035"/>
        <pc:sldMkLst>
          <pc:docMk/>
          <pc:sldMk cId="1671445367" sldId="282"/>
        </pc:sldMkLst>
      </pc:sldChg>
      <pc:sldChg chg="modSp add mod ord">
        <pc:chgData name="JN Prevenção1" userId="fe0389ba0d566d70" providerId="LiveId" clId="{246F7471-E943-45DC-A839-8AEA12E30830}" dt="2025-08-27T20:20:58.391" v="2546" actId="113"/>
        <pc:sldMkLst>
          <pc:docMk/>
          <pc:sldMk cId="1132330222" sldId="283"/>
        </pc:sldMkLst>
      </pc:sldChg>
      <pc:sldChg chg="addSp delSp modSp add mod ord">
        <pc:chgData name="JN Prevenção1" userId="fe0389ba0d566d70" providerId="LiveId" clId="{246F7471-E943-45DC-A839-8AEA12E30830}" dt="2025-08-27T20:18:35.427" v="2479" actId="20577"/>
        <pc:sldMkLst>
          <pc:docMk/>
          <pc:sldMk cId="2623565254" sldId="284"/>
        </pc:sldMkLst>
      </pc:sldChg>
      <pc:sldChg chg="addSp delSp modSp add mod ord">
        <pc:chgData name="JN Prevenção1" userId="fe0389ba0d566d70" providerId="LiveId" clId="{246F7471-E943-45DC-A839-8AEA12E30830}" dt="2025-08-27T20:21:57.319" v="2566" actId="1076"/>
        <pc:sldMkLst>
          <pc:docMk/>
          <pc:sldMk cId="973257674" sldId="285"/>
        </pc:sldMkLst>
      </pc:sldChg>
      <pc:sldChg chg="add del ord">
        <pc:chgData name="JN Prevenção1" userId="fe0389ba0d566d70" providerId="LiveId" clId="{246F7471-E943-45DC-A839-8AEA12E30830}" dt="2025-08-27T20:10:32.250" v="2426" actId="47"/>
        <pc:sldMkLst>
          <pc:docMk/>
          <pc:sldMk cId="226631439" sldId="286"/>
        </pc:sldMkLst>
      </pc:sldChg>
      <pc:sldChg chg="addSp delSp modSp add mod ord">
        <pc:chgData name="JN Prevenção1" userId="fe0389ba0d566d70" providerId="LiveId" clId="{246F7471-E943-45DC-A839-8AEA12E30830}" dt="2025-08-27T20:30:20.122" v="2697" actId="478"/>
        <pc:sldMkLst>
          <pc:docMk/>
          <pc:sldMk cId="4056229395" sldId="286"/>
        </pc:sldMkLst>
      </pc:sldChg>
      <pc:sldChg chg="addSp delSp modSp add mod ord">
        <pc:chgData name="JN Prevenção1" userId="fe0389ba0d566d70" providerId="LiveId" clId="{246F7471-E943-45DC-A839-8AEA12E30830}" dt="2025-08-27T20:35:50.389" v="2790" actId="14100"/>
        <pc:sldMkLst>
          <pc:docMk/>
          <pc:sldMk cId="24504387" sldId="287"/>
        </pc:sldMkLst>
      </pc:sldChg>
      <pc:sldChg chg="add del">
        <pc:chgData name="JN Prevenção1" userId="fe0389ba0d566d70" providerId="LiveId" clId="{246F7471-E943-45DC-A839-8AEA12E30830}" dt="2025-08-27T20:31:04.435" v="2699" actId="47"/>
        <pc:sldMkLst>
          <pc:docMk/>
          <pc:sldMk cId="2953928831" sldId="287"/>
        </pc:sldMkLst>
      </pc:sldChg>
      <pc:sldChg chg="addSp delSp modSp add mod ord">
        <pc:chgData name="JN Prevenção1" userId="fe0389ba0d566d70" providerId="LiveId" clId="{246F7471-E943-45DC-A839-8AEA12E30830}" dt="2025-08-27T20:43:45.008" v="2880" actId="1076"/>
        <pc:sldMkLst>
          <pc:docMk/>
          <pc:sldMk cId="875010548" sldId="288"/>
        </pc:sldMkLst>
      </pc:sldChg>
      <pc:sldChg chg="addSp delSp modSp add del mod ord">
        <pc:chgData name="JN Prevenção1" userId="fe0389ba0d566d70" providerId="LiveId" clId="{246F7471-E943-45DC-A839-8AEA12E30830}" dt="2025-08-27T22:49:58.436" v="4561" actId="2696"/>
        <pc:sldMkLst>
          <pc:docMk/>
          <pc:sldMk cId="4228225818" sldId="289"/>
        </pc:sldMkLst>
      </pc:sldChg>
      <pc:sldChg chg="addSp delSp modSp add del mod ord">
        <pc:chgData name="JN Prevenção1" userId="fe0389ba0d566d70" providerId="LiveId" clId="{246F7471-E943-45DC-A839-8AEA12E30830}" dt="2025-08-27T21:22:51.433" v="3267" actId="2696"/>
        <pc:sldMkLst>
          <pc:docMk/>
          <pc:sldMk cId="1541174262" sldId="290"/>
        </pc:sldMkLst>
      </pc:sldChg>
      <pc:sldChg chg="addSp modSp add mod">
        <pc:chgData name="JN Prevenção1" userId="fe0389ba0d566d70" providerId="LiveId" clId="{246F7471-E943-45DC-A839-8AEA12E30830}" dt="2025-08-27T20:52:31.814" v="3046" actId="1076"/>
        <pc:sldMkLst>
          <pc:docMk/>
          <pc:sldMk cId="3572363764" sldId="291"/>
        </pc:sldMkLst>
      </pc:sldChg>
      <pc:sldChg chg="addSp delSp modSp add mod">
        <pc:chgData name="JN Prevenção1" userId="fe0389ba0d566d70" providerId="LiveId" clId="{246F7471-E943-45DC-A839-8AEA12E30830}" dt="2025-08-27T21:00:56.792" v="3125" actId="1076"/>
        <pc:sldMkLst>
          <pc:docMk/>
          <pc:sldMk cId="1074828567" sldId="292"/>
        </pc:sldMkLst>
      </pc:sldChg>
      <pc:sldChg chg="addSp delSp modSp add mod ord">
        <pc:chgData name="JN Prevenção1" userId="fe0389ba0d566d70" providerId="LiveId" clId="{246F7471-E943-45DC-A839-8AEA12E30830}" dt="2025-08-27T21:19:16.271" v="3254" actId="1076"/>
        <pc:sldMkLst>
          <pc:docMk/>
          <pc:sldMk cId="1219962336" sldId="293"/>
        </pc:sldMkLst>
      </pc:sldChg>
      <pc:sldChg chg="modSp add del mod ord">
        <pc:chgData name="JN Prevenção1" userId="fe0389ba0d566d70" providerId="LiveId" clId="{246F7471-E943-45DC-A839-8AEA12E30830}" dt="2025-08-27T21:42:57.528" v="3593" actId="2696"/>
        <pc:sldMkLst>
          <pc:docMk/>
          <pc:sldMk cId="831503814" sldId="294"/>
        </pc:sldMkLst>
      </pc:sldChg>
      <pc:sldChg chg="add del ord">
        <pc:chgData name="JN Prevenção1" userId="fe0389ba0d566d70" providerId="LiveId" clId="{246F7471-E943-45DC-A839-8AEA12E30830}" dt="2025-08-27T21:07:29.619" v="3154" actId="2696"/>
        <pc:sldMkLst>
          <pc:docMk/>
          <pc:sldMk cId="1588551403" sldId="294"/>
        </pc:sldMkLst>
      </pc:sldChg>
      <pc:sldChg chg="addSp delSp modSp add mod ord">
        <pc:chgData name="JN Prevenção1" userId="fe0389ba0d566d70" providerId="LiveId" clId="{246F7471-E943-45DC-A839-8AEA12E30830}" dt="2025-08-27T21:39:17.389" v="3563" actId="1076"/>
        <pc:sldMkLst>
          <pc:docMk/>
          <pc:sldMk cId="2634042485" sldId="295"/>
        </pc:sldMkLst>
      </pc:sldChg>
      <pc:sldChg chg="addSp delSp modSp add mod ord">
        <pc:chgData name="JN Prevenção1" userId="fe0389ba0d566d70" providerId="LiveId" clId="{246F7471-E943-45DC-A839-8AEA12E30830}" dt="2025-08-27T21:40:44.249" v="3584" actId="1076"/>
        <pc:sldMkLst>
          <pc:docMk/>
          <pc:sldMk cId="607364820" sldId="296"/>
        </pc:sldMkLst>
      </pc:sldChg>
      <pc:sldChg chg="delSp add del ord">
        <pc:chgData name="JN Prevenção1" userId="fe0389ba0d566d70" providerId="LiveId" clId="{246F7471-E943-45DC-A839-8AEA12E30830}" dt="2025-08-27T21:39:55.991" v="3571" actId="2696"/>
        <pc:sldMkLst>
          <pc:docMk/>
          <pc:sldMk cId="1595240384" sldId="297"/>
        </pc:sldMkLst>
      </pc:sldChg>
      <pc:sldChg chg="add del ord">
        <pc:chgData name="JN Prevenção1" userId="fe0389ba0d566d70" providerId="LiveId" clId="{246F7471-E943-45DC-A839-8AEA12E30830}" dt="2025-08-27T22:06:10.466" v="3971" actId="2696"/>
        <pc:sldMkLst>
          <pc:docMk/>
          <pc:sldMk cId="2493167960" sldId="297"/>
        </pc:sldMkLst>
      </pc:sldChg>
      <pc:sldChg chg="addSp delSp modSp add mod ord">
        <pc:chgData name="JN Prevenção1" userId="fe0389ba0d566d70" providerId="LiveId" clId="{246F7471-E943-45DC-A839-8AEA12E30830}" dt="2025-08-27T22:02:00.782" v="3892"/>
        <pc:sldMkLst>
          <pc:docMk/>
          <pc:sldMk cId="2001864658" sldId="298"/>
        </pc:sldMkLst>
      </pc:sldChg>
      <pc:sldChg chg="add ord">
        <pc:chgData name="JN Prevenção1" userId="fe0389ba0d566d70" providerId="LiveId" clId="{246F7471-E943-45DC-A839-8AEA12E30830}" dt="2025-08-27T22:05:50.443" v="3970"/>
        <pc:sldMkLst>
          <pc:docMk/>
          <pc:sldMk cId="4080938694" sldId="299"/>
        </pc:sldMkLst>
      </pc:sldChg>
      <pc:sldChg chg="addSp delSp modSp add mod">
        <pc:chgData name="JN Prevenção1" userId="fe0389ba0d566d70" providerId="LiveId" clId="{246F7471-E943-45DC-A839-8AEA12E30830}" dt="2025-08-27T22:05:21.748" v="3968" actId="1036"/>
        <pc:sldMkLst>
          <pc:docMk/>
          <pc:sldMk cId="778407796" sldId="300"/>
        </pc:sldMkLst>
      </pc:sldChg>
      <pc:sldChg chg="addSp delSp modSp add mod ord">
        <pc:chgData name="JN Prevenção1" userId="fe0389ba0d566d70" providerId="LiveId" clId="{246F7471-E943-45DC-A839-8AEA12E30830}" dt="2025-08-27T22:31:46.425" v="4287" actId="1076"/>
        <pc:sldMkLst>
          <pc:docMk/>
          <pc:sldMk cId="794859736" sldId="301"/>
        </pc:sldMkLst>
      </pc:sldChg>
      <pc:sldChg chg="addSp delSp modSp add mod">
        <pc:chgData name="JN Prevenção1" userId="fe0389ba0d566d70" providerId="LiveId" clId="{246F7471-E943-45DC-A839-8AEA12E30830}" dt="2025-08-27T22:30:54.710" v="4278" actId="478"/>
        <pc:sldMkLst>
          <pc:docMk/>
          <pc:sldMk cId="3490398252" sldId="302"/>
        </pc:sldMkLst>
      </pc:sldChg>
      <pc:sldChg chg="addSp modSp add mod">
        <pc:chgData name="JN Prevenção1" userId="fe0389ba0d566d70" providerId="LiveId" clId="{246F7471-E943-45DC-A839-8AEA12E30830}" dt="2025-08-27T22:30:07.274" v="4277" actId="1076"/>
        <pc:sldMkLst>
          <pc:docMk/>
          <pc:sldMk cId="1591524959" sldId="303"/>
        </pc:sldMkLst>
      </pc:sldChg>
      <pc:sldChg chg="modSp add mod">
        <pc:chgData name="JN Prevenção1" userId="fe0389ba0d566d70" providerId="LiveId" clId="{246F7471-E943-45DC-A839-8AEA12E30830}" dt="2025-08-27T23:01:02.177" v="4711"/>
        <pc:sldMkLst>
          <pc:docMk/>
          <pc:sldMk cId="1457540494" sldId="304"/>
        </pc:sldMkLst>
      </pc:sldChg>
      <pc:sldChg chg="delSp modSp add mod ord">
        <pc:chgData name="JN Prevenção1" userId="fe0389ba0d566d70" providerId="LiveId" clId="{246F7471-E943-45DC-A839-8AEA12E30830}" dt="2025-08-27T22:57:36.420" v="4701" actId="113"/>
        <pc:sldMkLst>
          <pc:docMk/>
          <pc:sldMk cId="2902080036" sldId="30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0D079005-F43F-0B83-5C03-8A3D74921588}"/>
            </a:ext>
          </a:extLst>
        </p:cNvPr>
        <p:cNvGrpSpPr/>
        <p:nvPr/>
      </p:nvGrpSpPr>
      <p:grpSpPr>
        <a:xfrm>
          <a:off x="0" y="0"/>
          <a:ext cx="0" cy="0"/>
          <a:chOff x="0" y="0"/>
          <a:chExt cx="0" cy="0"/>
        </a:xfrm>
      </p:grpSpPr>
      <p:sp>
        <p:nvSpPr>
          <p:cNvPr id="51" name="Google Shape;51;p1:notes">
            <a:extLst>
              <a:ext uri="{FF2B5EF4-FFF2-40B4-BE49-F238E27FC236}">
                <a16:creationId xmlns:a16="http://schemas.microsoft.com/office/drawing/2014/main" id="{66571504-1ABA-3756-E802-5C09276BEA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a:extLst>
              <a:ext uri="{FF2B5EF4-FFF2-40B4-BE49-F238E27FC236}">
                <a16:creationId xmlns:a16="http://schemas.microsoft.com/office/drawing/2014/main" id="{C375174F-53EE-4B41-F841-FEC482DBE95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50366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a:extLst>
            <a:ext uri="{FF2B5EF4-FFF2-40B4-BE49-F238E27FC236}">
              <a16:creationId xmlns:a16="http://schemas.microsoft.com/office/drawing/2014/main" id="{19705004-6D54-7047-92A5-AC09007D7C27}"/>
            </a:ext>
          </a:extLst>
        </p:cNvPr>
        <p:cNvGrpSpPr/>
        <p:nvPr/>
      </p:nvGrpSpPr>
      <p:grpSpPr>
        <a:xfrm>
          <a:off x="0" y="0"/>
          <a:ext cx="0" cy="0"/>
          <a:chOff x="0" y="0"/>
          <a:chExt cx="0" cy="0"/>
        </a:xfrm>
      </p:grpSpPr>
      <p:sp>
        <p:nvSpPr>
          <p:cNvPr id="79" name="Google Shape;79;g3641ca8743c_0_16:notes">
            <a:extLst>
              <a:ext uri="{FF2B5EF4-FFF2-40B4-BE49-F238E27FC236}">
                <a16:creationId xmlns:a16="http://schemas.microsoft.com/office/drawing/2014/main" id="{CFB44519-292C-F788-17CA-6BA07D94D7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641ca8743c_0_16:notes">
            <a:extLst>
              <a:ext uri="{FF2B5EF4-FFF2-40B4-BE49-F238E27FC236}">
                <a16:creationId xmlns:a16="http://schemas.microsoft.com/office/drawing/2014/main" id="{40039F3A-F812-5A9B-56CB-188516F8AB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42331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a:extLst>
            <a:ext uri="{FF2B5EF4-FFF2-40B4-BE49-F238E27FC236}">
              <a16:creationId xmlns:a16="http://schemas.microsoft.com/office/drawing/2014/main" id="{09456E30-00D3-C829-EC78-74DA5A9BBA6C}"/>
            </a:ext>
          </a:extLst>
        </p:cNvPr>
        <p:cNvGrpSpPr/>
        <p:nvPr/>
      </p:nvGrpSpPr>
      <p:grpSpPr>
        <a:xfrm>
          <a:off x="0" y="0"/>
          <a:ext cx="0" cy="0"/>
          <a:chOff x="0" y="0"/>
          <a:chExt cx="0" cy="0"/>
        </a:xfrm>
      </p:grpSpPr>
      <p:sp>
        <p:nvSpPr>
          <p:cNvPr id="79" name="Google Shape;79;g3641ca8743c_0_16:notes">
            <a:extLst>
              <a:ext uri="{FF2B5EF4-FFF2-40B4-BE49-F238E27FC236}">
                <a16:creationId xmlns:a16="http://schemas.microsoft.com/office/drawing/2014/main" id="{B7D3EE4A-3473-AE43-14FE-3E5EBC1561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641ca8743c_0_16:notes">
            <a:extLst>
              <a:ext uri="{FF2B5EF4-FFF2-40B4-BE49-F238E27FC236}">
                <a16:creationId xmlns:a16="http://schemas.microsoft.com/office/drawing/2014/main" id="{E8F463DF-38BC-FAB8-B4D4-39161EEA9F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3680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68F41005-ECFA-F52F-3BF4-920A81750156}"/>
            </a:ext>
          </a:extLst>
        </p:cNvPr>
        <p:cNvGrpSpPr/>
        <p:nvPr/>
      </p:nvGrpSpPr>
      <p:grpSpPr>
        <a:xfrm>
          <a:off x="0" y="0"/>
          <a:ext cx="0" cy="0"/>
          <a:chOff x="0" y="0"/>
          <a:chExt cx="0" cy="0"/>
        </a:xfrm>
      </p:grpSpPr>
      <p:sp>
        <p:nvSpPr>
          <p:cNvPr id="69" name="Google Shape;69;p3:notes">
            <a:extLst>
              <a:ext uri="{FF2B5EF4-FFF2-40B4-BE49-F238E27FC236}">
                <a16:creationId xmlns:a16="http://schemas.microsoft.com/office/drawing/2014/main" id="{EE90ABEA-0192-7D79-ED3B-B43134B921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3:notes">
            <a:extLst>
              <a:ext uri="{FF2B5EF4-FFF2-40B4-BE49-F238E27FC236}">
                <a16:creationId xmlns:a16="http://schemas.microsoft.com/office/drawing/2014/main" id="{5925CF4C-5755-BA76-B177-0BCB9D7AD4A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59578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693BBED2-C51D-DB4F-5CD3-8CB43BAD4ADE}"/>
            </a:ext>
          </a:extLst>
        </p:cNvPr>
        <p:cNvGrpSpPr/>
        <p:nvPr/>
      </p:nvGrpSpPr>
      <p:grpSpPr>
        <a:xfrm>
          <a:off x="0" y="0"/>
          <a:ext cx="0" cy="0"/>
          <a:chOff x="0" y="0"/>
          <a:chExt cx="0" cy="0"/>
        </a:xfrm>
      </p:grpSpPr>
      <p:sp>
        <p:nvSpPr>
          <p:cNvPr id="69" name="Google Shape;69;p3:notes">
            <a:extLst>
              <a:ext uri="{FF2B5EF4-FFF2-40B4-BE49-F238E27FC236}">
                <a16:creationId xmlns:a16="http://schemas.microsoft.com/office/drawing/2014/main" id="{14DAF1AC-CE88-8CD5-FBF0-7F8A80AEA5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3:notes">
            <a:extLst>
              <a:ext uri="{FF2B5EF4-FFF2-40B4-BE49-F238E27FC236}">
                <a16:creationId xmlns:a16="http://schemas.microsoft.com/office/drawing/2014/main" id="{58DDEA54-266F-5793-D3AF-16021B8498C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48852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42FDA8F3-C042-C764-ECFF-5709C457020A}"/>
            </a:ext>
          </a:extLst>
        </p:cNvPr>
        <p:cNvGrpSpPr/>
        <p:nvPr/>
      </p:nvGrpSpPr>
      <p:grpSpPr>
        <a:xfrm>
          <a:off x="0" y="0"/>
          <a:ext cx="0" cy="0"/>
          <a:chOff x="0" y="0"/>
          <a:chExt cx="0" cy="0"/>
        </a:xfrm>
      </p:grpSpPr>
      <p:sp>
        <p:nvSpPr>
          <p:cNvPr id="69" name="Google Shape;69;p3:notes">
            <a:extLst>
              <a:ext uri="{FF2B5EF4-FFF2-40B4-BE49-F238E27FC236}">
                <a16:creationId xmlns:a16="http://schemas.microsoft.com/office/drawing/2014/main" id="{A8DEB404-03B7-47E6-1740-F3968661F8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3:notes">
            <a:extLst>
              <a:ext uri="{FF2B5EF4-FFF2-40B4-BE49-F238E27FC236}">
                <a16:creationId xmlns:a16="http://schemas.microsoft.com/office/drawing/2014/main" id="{7E30BC6D-17A8-22C8-8C93-6D318B6F219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10692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3D171A22-2FD5-987B-384C-299FAEA1110E}"/>
            </a:ext>
          </a:extLst>
        </p:cNvPr>
        <p:cNvGrpSpPr/>
        <p:nvPr/>
      </p:nvGrpSpPr>
      <p:grpSpPr>
        <a:xfrm>
          <a:off x="0" y="0"/>
          <a:ext cx="0" cy="0"/>
          <a:chOff x="0" y="0"/>
          <a:chExt cx="0" cy="0"/>
        </a:xfrm>
      </p:grpSpPr>
      <p:sp>
        <p:nvSpPr>
          <p:cNvPr id="69" name="Google Shape;69;p3:notes">
            <a:extLst>
              <a:ext uri="{FF2B5EF4-FFF2-40B4-BE49-F238E27FC236}">
                <a16:creationId xmlns:a16="http://schemas.microsoft.com/office/drawing/2014/main" id="{A7021BED-2855-2C2B-A763-A614DCC1AA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3:notes">
            <a:extLst>
              <a:ext uri="{FF2B5EF4-FFF2-40B4-BE49-F238E27FC236}">
                <a16:creationId xmlns:a16="http://schemas.microsoft.com/office/drawing/2014/main" id="{B0B540A6-BEB5-0100-2A96-0E6DDAC9D04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218745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7B224A0A-EA02-1E5B-23EE-9CD523EBD554}"/>
            </a:ext>
          </a:extLst>
        </p:cNvPr>
        <p:cNvGrpSpPr/>
        <p:nvPr/>
      </p:nvGrpSpPr>
      <p:grpSpPr>
        <a:xfrm>
          <a:off x="0" y="0"/>
          <a:ext cx="0" cy="0"/>
          <a:chOff x="0" y="0"/>
          <a:chExt cx="0" cy="0"/>
        </a:xfrm>
      </p:grpSpPr>
      <p:sp>
        <p:nvSpPr>
          <p:cNvPr id="69" name="Google Shape;69;p3:notes">
            <a:extLst>
              <a:ext uri="{FF2B5EF4-FFF2-40B4-BE49-F238E27FC236}">
                <a16:creationId xmlns:a16="http://schemas.microsoft.com/office/drawing/2014/main" id="{873E2812-0F6C-1A35-7490-345AEB570B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3:notes">
            <a:extLst>
              <a:ext uri="{FF2B5EF4-FFF2-40B4-BE49-F238E27FC236}">
                <a16:creationId xmlns:a16="http://schemas.microsoft.com/office/drawing/2014/main" id="{3B4C0DBB-AE7D-40E7-F004-9E358AFFE70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375578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09BAC787-E452-81C4-E12D-91411B60D049}"/>
            </a:ext>
          </a:extLst>
        </p:cNvPr>
        <p:cNvGrpSpPr/>
        <p:nvPr/>
      </p:nvGrpSpPr>
      <p:grpSpPr>
        <a:xfrm>
          <a:off x="0" y="0"/>
          <a:ext cx="0" cy="0"/>
          <a:chOff x="0" y="0"/>
          <a:chExt cx="0" cy="0"/>
        </a:xfrm>
      </p:grpSpPr>
      <p:sp>
        <p:nvSpPr>
          <p:cNvPr id="69" name="Google Shape;69;p3:notes">
            <a:extLst>
              <a:ext uri="{FF2B5EF4-FFF2-40B4-BE49-F238E27FC236}">
                <a16:creationId xmlns:a16="http://schemas.microsoft.com/office/drawing/2014/main" id="{2A21D043-2855-054F-E400-43AD806D76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3:notes">
            <a:extLst>
              <a:ext uri="{FF2B5EF4-FFF2-40B4-BE49-F238E27FC236}">
                <a16:creationId xmlns:a16="http://schemas.microsoft.com/office/drawing/2014/main" id="{667E6A42-BB04-A5B3-89E0-EF5CC6C82AC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461828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70E38109-A4AE-49B7-F28A-3D8BF0D84522}"/>
            </a:ext>
          </a:extLst>
        </p:cNvPr>
        <p:cNvGrpSpPr/>
        <p:nvPr/>
      </p:nvGrpSpPr>
      <p:grpSpPr>
        <a:xfrm>
          <a:off x="0" y="0"/>
          <a:ext cx="0" cy="0"/>
          <a:chOff x="0" y="0"/>
          <a:chExt cx="0" cy="0"/>
        </a:xfrm>
      </p:grpSpPr>
      <p:sp>
        <p:nvSpPr>
          <p:cNvPr id="69" name="Google Shape;69;p3:notes">
            <a:extLst>
              <a:ext uri="{FF2B5EF4-FFF2-40B4-BE49-F238E27FC236}">
                <a16:creationId xmlns:a16="http://schemas.microsoft.com/office/drawing/2014/main" id="{18884DB9-8ED8-DB15-3E9E-FA89D9CD47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3:notes">
            <a:extLst>
              <a:ext uri="{FF2B5EF4-FFF2-40B4-BE49-F238E27FC236}">
                <a16:creationId xmlns:a16="http://schemas.microsoft.com/office/drawing/2014/main" id="{4379FE4C-3145-2556-81FB-E9B0FD9B0F2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897318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11BB9AA1-2182-F7C0-B84B-E7A6422D543F}"/>
            </a:ext>
          </a:extLst>
        </p:cNvPr>
        <p:cNvGrpSpPr/>
        <p:nvPr/>
      </p:nvGrpSpPr>
      <p:grpSpPr>
        <a:xfrm>
          <a:off x="0" y="0"/>
          <a:ext cx="0" cy="0"/>
          <a:chOff x="0" y="0"/>
          <a:chExt cx="0" cy="0"/>
        </a:xfrm>
      </p:grpSpPr>
      <p:sp>
        <p:nvSpPr>
          <p:cNvPr id="69" name="Google Shape;69;p3:notes">
            <a:extLst>
              <a:ext uri="{FF2B5EF4-FFF2-40B4-BE49-F238E27FC236}">
                <a16:creationId xmlns:a16="http://schemas.microsoft.com/office/drawing/2014/main" id="{A26FBC5C-58B0-F6B1-876B-D9A13C0771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3:notes">
            <a:extLst>
              <a:ext uri="{FF2B5EF4-FFF2-40B4-BE49-F238E27FC236}">
                <a16:creationId xmlns:a16="http://schemas.microsoft.com/office/drawing/2014/main" id="{8BFE9A3B-BE73-A273-116A-805CF368090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939840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a:extLst>
            <a:ext uri="{FF2B5EF4-FFF2-40B4-BE49-F238E27FC236}">
              <a16:creationId xmlns:a16="http://schemas.microsoft.com/office/drawing/2014/main" id="{C750E117-3381-BB50-BC28-E9C5E98F69B8}"/>
            </a:ext>
          </a:extLst>
        </p:cNvPr>
        <p:cNvGrpSpPr/>
        <p:nvPr/>
      </p:nvGrpSpPr>
      <p:grpSpPr>
        <a:xfrm>
          <a:off x="0" y="0"/>
          <a:ext cx="0" cy="0"/>
          <a:chOff x="0" y="0"/>
          <a:chExt cx="0" cy="0"/>
        </a:xfrm>
      </p:grpSpPr>
      <p:sp>
        <p:nvSpPr>
          <p:cNvPr id="79" name="Google Shape;79;g3641ca8743c_0_16:notes">
            <a:extLst>
              <a:ext uri="{FF2B5EF4-FFF2-40B4-BE49-F238E27FC236}">
                <a16:creationId xmlns:a16="http://schemas.microsoft.com/office/drawing/2014/main" id="{FBC05353-C1DD-3A39-627A-0FEAE9B665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641ca8743c_0_16:notes">
            <a:extLst>
              <a:ext uri="{FF2B5EF4-FFF2-40B4-BE49-F238E27FC236}">
                <a16:creationId xmlns:a16="http://schemas.microsoft.com/office/drawing/2014/main" id="{C3DF8F5E-B78D-EFD0-5B63-E72C427E3E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50658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a:extLst>
            <a:ext uri="{FF2B5EF4-FFF2-40B4-BE49-F238E27FC236}">
              <a16:creationId xmlns:a16="http://schemas.microsoft.com/office/drawing/2014/main" id="{CE57EDE1-E6AC-25C6-352B-5CE1AE5BDDDD}"/>
            </a:ext>
          </a:extLst>
        </p:cNvPr>
        <p:cNvGrpSpPr/>
        <p:nvPr/>
      </p:nvGrpSpPr>
      <p:grpSpPr>
        <a:xfrm>
          <a:off x="0" y="0"/>
          <a:ext cx="0" cy="0"/>
          <a:chOff x="0" y="0"/>
          <a:chExt cx="0" cy="0"/>
        </a:xfrm>
      </p:grpSpPr>
      <p:sp>
        <p:nvSpPr>
          <p:cNvPr id="79" name="Google Shape;79;g3641ca8743c_0_16:notes">
            <a:extLst>
              <a:ext uri="{FF2B5EF4-FFF2-40B4-BE49-F238E27FC236}">
                <a16:creationId xmlns:a16="http://schemas.microsoft.com/office/drawing/2014/main" id="{F14EC617-FE08-C766-A746-88C9374668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641ca8743c_0_16:notes">
            <a:extLst>
              <a:ext uri="{FF2B5EF4-FFF2-40B4-BE49-F238E27FC236}">
                <a16:creationId xmlns:a16="http://schemas.microsoft.com/office/drawing/2014/main" id="{51DE1C4B-0DA5-DB93-57D1-D853222162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16265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191803B9-FEC8-22CB-11F4-137982A94083}"/>
            </a:ext>
          </a:extLst>
        </p:cNvPr>
        <p:cNvGrpSpPr/>
        <p:nvPr/>
      </p:nvGrpSpPr>
      <p:grpSpPr>
        <a:xfrm>
          <a:off x="0" y="0"/>
          <a:ext cx="0" cy="0"/>
          <a:chOff x="0" y="0"/>
          <a:chExt cx="0" cy="0"/>
        </a:xfrm>
      </p:grpSpPr>
      <p:sp>
        <p:nvSpPr>
          <p:cNvPr id="69" name="Google Shape;69;p3:notes">
            <a:extLst>
              <a:ext uri="{FF2B5EF4-FFF2-40B4-BE49-F238E27FC236}">
                <a16:creationId xmlns:a16="http://schemas.microsoft.com/office/drawing/2014/main" id="{0F758207-F8BD-866F-9FE3-7BA42A6F57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3:notes">
            <a:extLst>
              <a:ext uri="{FF2B5EF4-FFF2-40B4-BE49-F238E27FC236}">
                <a16:creationId xmlns:a16="http://schemas.microsoft.com/office/drawing/2014/main" id="{67BD9643-4A2E-9EAF-679A-6FFED4CEBB3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486055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099CC12E-0E4B-97BA-3286-5E58536C1B5A}"/>
            </a:ext>
          </a:extLst>
        </p:cNvPr>
        <p:cNvGrpSpPr/>
        <p:nvPr/>
      </p:nvGrpSpPr>
      <p:grpSpPr>
        <a:xfrm>
          <a:off x="0" y="0"/>
          <a:ext cx="0" cy="0"/>
          <a:chOff x="0" y="0"/>
          <a:chExt cx="0" cy="0"/>
        </a:xfrm>
      </p:grpSpPr>
      <p:sp>
        <p:nvSpPr>
          <p:cNvPr id="69" name="Google Shape;69;p3:notes">
            <a:extLst>
              <a:ext uri="{FF2B5EF4-FFF2-40B4-BE49-F238E27FC236}">
                <a16:creationId xmlns:a16="http://schemas.microsoft.com/office/drawing/2014/main" id="{6BB17C92-695F-9B01-D5FB-1EEE063E41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3:notes">
            <a:extLst>
              <a:ext uri="{FF2B5EF4-FFF2-40B4-BE49-F238E27FC236}">
                <a16:creationId xmlns:a16="http://schemas.microsoft.com/office/drawing/2014/main" id="{01E4DCDE-F0AA-0709-875A-42AFA75852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724790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A4F66B83-373F-31A8-1C24-CFABB163F0AC}"/>
            </a:ext>
          </a:extLst>
        </p:cNvPr>
        <p:cNvGrpSpPr/>
        <p:nvPr/>
      </p:nvGrpSpPr>
      <p:grpSpPr>
        <a:xfrm>
          <a:off x="0" y="0"/>
          <a:ext cx="0" cy="0"/>
          <a:chOff x="0" y="0"/>
          <a:chExt cx="0" cy="0"/>
        </a:xfrm>
      </p:grpSpPr>
      <p:sp>
        <p:nvSpPr>
          <p:cNvPr id="69" name="Google Shape;69;p3:notes">
            <a:extLst>
              <a:ext uri="{FF2B5EF4-FFF2-40B4-BE49-F238E27FC236}">
                <a16:creationId xmlns:a16="http://schemas.microsoft.com/office/drawing/2014/main" id="{AA13521F-0CEE-5DB7-EA82-DD09C987D2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3:notes">
            <a:extLst>
              <a:ext uri="{FF2B5EF4-FFF2-40B4-BE49-F238E27FC236}">
                <a16:creationId xmlns:a16="http://schemas.microsoft.com/office/drawing/2014/main" id="{C6AA4FA1-64CE-4E28-6285-1118B7A5F0D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22705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05FBD43E-2BE7-EBC3-FC0B-D3C49B1DFA6A}"/>
            </a:ext>
          </a:extLst>
        </p:cNvPr>
        <p:cNvGrpSpPr/>
        <p:nvPr/>
      </p:nvGrpSpPr>
      <p:grpSpPr>
        <a:xfrm>
          <a:off x="0" y="0"/>
          <a:ext cx="0" cy="0"/>
          <a:chOff x="0" y="0"/>
          <a:chExt cx="0" cy="0"/>
        </a:xfrm>
      </p:grpSpPr>
      <p:sp>
        <p:nvSpPr>
          <p:cNvPr id="69" name="Google Shape;69;p3:notes">
            <a:extLst>
              <a:ext uri="{FF2B5EF4-FFF2-40B4-BE49-F238E27FC236}">
                <a16:creationId xmlns:a16="http://schemas.microsoft.com/office/drawing/2014/main" id="{D20D0B80-66CE-F3FE-7972-17282BBB85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3:notes">
            <a:extLst>
              <a:ext uri="{FF2B5EF4-FFF2-40B4-BE49-F238E27FC236}">
                <a16:creationId xmlns:a16="http://schemas.microsoft.com/office/drawing/2014/main" id="{0760A3A5-D78E-BD62-90F3-DCE99A8F82C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69411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9E70A79E-2A5F-56E1-6EE8-61401C5A6ABC}"/>
            </a:ext>
          </a:extLst>
        </p:cNvPr>
        <p:cNvGrpSpPr/>
        <p:nvPr/>
      </p:nvGrpSpPr>
      <p:grpSpPr>
        <a:xfrm>
          <a:off x="0" y="0"/>
          <a:ext cx="0" cy="0"/>
          <a:chOff x="0" y="0"/>
          <a:chExt cx="0" cy="0"/>
        </a:xfrm>
      </p:grpSpPr>
      <p:sp>
        <p:nvSpPr>
          <p:cNvPr id="69" name="Google Shape;69;p3:notes">
            <a:extLst>
              <a:ext uri="{FF2B5EF4-FFF2-40B4-BE49-F238E27FC236}">
                <a16:creationId xmlns:a16="http://schemas.microsoft.com/office/drawing/2014/main" id="{D32036D4-60C1-5360-1EEE-4EDC097B96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3:notes">
            <a:extLst>
              <a:ext uri="{FF2B5EF4-FFF2-40B4-BE49-F238E27FC236}">
                <a16:creationId xmlns:a16="http://schemas.microsoft.com/office/drawing/2014/main" id="{59307BFF-DE76-DA5C-F2CB-44A21A7B51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366241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DB8F57C2-0F44-C94C-5272-10B32149486A}"/>
            </a:ext>
          </a:extLst>
        </p:cNvPr>
        <p:cNvGrpSpPr/>
        <p:nvPr/>
      </p:nvGrpSpPr>
      <p:grpSpPr>
        <a:xfrm>
          <a:off x="0" y="0"/>
          <a:ext cx="0" cy="0"/>
          <a:chOff x="0" y="0"/>
          <a:chExt cx="0" cy="0"/>
        </a:xfrm>
      </p:grpSpPr>
      <p:sp>
        <p:nvSpPr>
          <p:cNvPr id="69" name="Google Shape;69;p3:notes">
            <a:extLst>
              <a:ext uri="{FF2B5EF4-FFF2-40B4-BE49-F238E27FC236}">
                <a16:creationId xmlns:a16="http://schemas.microsoft.com/office/drawing/2014/main" id="{D1F71D0E-A021-DDD6-2F41-2A213FBFE0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3:notes">
            <a:extLst>
              <a:ext uri="{FF2B5EF4-FFF2-40B4-BE49-F238E27FC236}">
                <a16:creationId xmlns:a16="http://schemas.microsoft.com/office/drawing/2014/main" id="{E891FDC2-9D8D-D1F0-6AD3-13FC5170CC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689028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791843A4-E980-DF79-A193-13653C70F3CF}"/>
            </a:ext>
          </a:extLst>
        </p:cNvPr>
        <p:cNvGrpSpPr/>
        <p:nvPr/>
      </p:nvGrpSpPr>
      <p:grpSpPr>
        <a:xfrm>
          <a:off x="0" y="0"/>
          <a:ext cx="0" cy="0"/>
          <a:chOff x="0" y="0"/>
          <a:chExt cx="0" cy="0"/>
        </a:xfrm>
      </p:grpSpPr>
      <p:sp>
        <p:nvSpPr>
          <p:cNvPr id="69" name="Google Shape;69;p3:notes">
            <a:extLst>
              <a:ext uri="{FF2B5EF4-FFF2-40B4-BE49-F238E27FC236}">
                <a16:creationId xmlns:a16="http://schemas.microsoft.com/office/drawing/2014/main" id="{C97ECDC2-A977-84B2-4434-0BB0B5D611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3:notes">
            <a:extLst>
              <a:ext uri="{FF2B5EF4-FFF2-40B4-BE49-F238E27FC236}">
                <a16:creationId xmlns:a16="http://schemas.microsoft.com/office/drawing/2014/main" id="{9E77A943-38C3-EDBC-B9A8-CF728B89F23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537570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A665978C-6721-9BB1-0FB4-7911FF9C751B}"/>
            </a:ext>
          </a:extLst>
        </p:cNvPr>
        <p:cNvGrpSpPr/>
        <p:nvPr/>
      </p:nvGrpSpPr>
      <p:grpSpPr>
        <a:xfrm>
          <a:off x="0" y="0"/>
          <a:ext cx="0" cy="0"/>
          <a:chOff x="0" y="0"/>
          <a:chExt cx="0" cy="0"/>
        </a:xfrm>
      </p:grpSpPr>
      <p:sp>
        <p:nvSpPr>
          <p:cNvPr id="69" name="Google Shape;69;p3:notes">
            <a:extLst>
              <a:ext uri="{FF2B5EF4-FFF2-40B4-BE49-F238E27FC236}">
                <a16:creationId xmlns:a16="http://schemas.microsoft.com/office/drawing/2014/main" id="{85A2A3DF-BC94-485A-4211-663B363247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3:notes">
            <a:extLst>
              <a:ext uri="{FF2B5EF4-FFF2-40B4-BE49-F238E27FC236}">
                <a16:creationId xmlns:a16="http://schemas.microsoft.com/office/drawing/2014/main" id="{17DBBA2A-F088-B8F2-824F-961B97EE97E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082782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35DFC879-8D2F-6B78-308F-3AB7C2D3A0AE}"/>
            </a:ext>
          </a:extLst>
        </p:cNvPr>
        <p:cNvGrpSpPr/>
        <p:nvPr/>
      </p:nvGrpSpPr>
      <p:grpSpPr>
        <a:xfrm>
          <a:off x="0" y="0"/>
          <a:ext cx="0" cy="0"/>
          <a:chOff x="0" y="0"/>
          <a:chExt cx="0" cy="0"/>
        </a:xfrm>
      </p:grpSpPr>
      <p:sp>
        <p:nvSpPr>
          <p:cNvPr id="69" name="Google Shape;69;p3:notes">
            <a:extLst>
              <a:ext uri="{FF2B5EF4-FFF2-40B4-BE49-F238E27FC236}">
                <a16:creationId xmlns:a16="http://schemas.microsoft.com/office/drawing/2014/main" id="{F8AD05BD-B8EF-D51B-354C-E168FD92AD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3:notes">
            <a:extLst>
              <a:ext uri="{FF2B5EF4-FFF2-40B4-BE49-F238E27FC236}">
                <a16:creationId xmlns:a16="http://schemas.microsoft.com/office/drawing/2014/main" id="{FE2F79E4-241F-9909-D64C-363316F9797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76568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64F6B0FC-4E7F-0EAA-D69C-6A1AA9252A1A}"/>
            </a:ext>
          </a:extLst>
        </p:cNvPr>
        <p:cNvGrpSpPr/>
        <p:nvPr/>
      </p:nvGrpSpPr>
      <p:grpSpPr>
        <a:xfrm>
          <a:off x="0" y="0"/>
          <a:ext cx="0" cy="0"/>
          <a:chOff x="0" y="0"/>
          <a:chExt cx="0" cy="0"/>
        </a:xfrm>
      </p:grpSpPr>
      <p:sp>
        <p:nvSpPr>
          <p:cNvPr id="69" name="Google Shape;69;p3:notes">
            <a:extLst>
              <a:ext uri="{FF2B5EF4-FFF2-40B4-BE49-F238E27FC236}">
                <a16:creationId xmlns:a16="http://schemas.microsoft.com/office/drawing/2014/main" id="{9032BDD5-932D-CF59-3DFE-B9D681B846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3:notes">
            <a:extLst>
              <a:ext uri="{FF2B5EF4-FFF2-40B4-BE49-F238E27FC236}">
                <a16:creationId xmlns:a16="http://schemas.microsoft.com/office/drawing/2014/main" id="{D8276268-2D48-675F-DF77-64897456EAD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976669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6F213E0A-188A-A2A7-27F1-C629A5EEF3CC}"/>
            </a:ext>
          </a:extLst>
        </p:cNvPr>
        <p:cNvGrpSpPr/>
        <p:nvPr/>
      </p:nvGrpSpPr>
      <p:grpSpPr>
        <a:xfrm>
          <a:off x="0" y="0"/>
          <a:ext cx="0" cy="0"/>
          <a:chOff x="0" y="0"/>
          <a:chExt cx="0" cy="0"/>
        </a:xfrm>
      </p:grpSpPr>
      <p:sp>
        <p:nvSpPr>
          <p:cNvPr id="51" name="Google Shape;51;p1:notes">
            <a:extLst>
              <a:ext uri="{FF2B5EF4-FFF2-40B4-BE49-F238E27FC236}">
                <a16:creationId xmlns:a16="http://schemas.microsoft.com/office/drawing/2014/main" id="{5C5D83F7-279D-4B5F-389E-C83D23E225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a:extLst>
              <a:ext uri="{FF2B5EF4-FFF2-40B4-BE49-F238E27FC236}">
                <a16:creationId xmlns:a16="http://schemas.microsoft.com/office/drawing/2014/main" id="{CAFE4B12-C08D-7601-0F44-882B9B151C7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099920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2E2FA32B-005E-D4D8-6A00-CC8C0E42C656}"/>
            </a:ext>
          </a:extLst>
        </p:cNvPr>
        <p:cNvGrpSpPr/>
        <p:nvPr/>
      </p:nvGrpSpPr>
      <p:grpSpPr>
        <a:xfrm>
          <a:off x="0" y="0"/>
          <a:ext cx="0" cy="0"/>
          <a:chOff x="0" y="0"/>
          <a:chExt cx="0" cy="0"/>
        </a:xfrm>
      </p:grpSpPr>
      <p:sp>
        <p:nvSpPr>
          <p:cNvPr id="89" name="Google Shape;89;p5:notes">
            <a:extLst>
              <a:ext uri="{FF2B5EF4-FFF2-40B4-BE49-F238E27FC236}">
                <a16:creationId xmlns:a16="http://schemas.microsoft.com/office/drawing/2014/main" id="{46C98161-3A09-52DD-1EBB-014469E726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5:notes">
            <a:extLst>
              <a:ext uri="{FF2B5EF4-FFF2-40B4-BE49-F238E27FC236}">
                <a16:creationId xmlns:a16="http://schemas.microsoft.com/office/drawing/2014/main" id="{3927CADC-D035-EF76-290C-2FAC983A57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469916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a:extLst>
            <a:ext uri="{FF2B5EF4-FFF2-40B4-BE49-F238E27FC236}">
              <a16:creationId xmlns:a16="http://schemas.microsoft.com/office/drawing/2014/main" id="{B3AB7E41-83BC-02C0-3B32-E5A92F4091AE}"/>
            </a:ext>
          </a:extLst>
        </p:cNvPr>
        <p:cNvGrpSpPr/>
        <p:nvPr/>
      </p:nvGrpSpPr>
      <p:grpSpPr>
        <a:xfrm>
          <a:off x="0" y="0"/>
          <a:ext cx="0" cy="0"/>
          <a:chOff x="0" y="0"/>
          <a:chExt cx="0" cy="0"/>
        </a:xfrm>
      </p:grpSpPr>
      <p:sp>
        <p:nvSpPr>
          <p:cNvPr id="79" name="Google Shape;79;g3641ca8743c_0_16:notes">
            <a:extLst>
              <a:ext uri="{FF2B5EF4-FFF2-40B4-BE49-F238E27FC236}">
                <a16:creationId xmlns:a16="http://schemas.microsoft.com/office/drawing/2014/main" id="{C860A665-E133-8977-0158-0A3A60BC8C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641ca8743c_0_16:notes">
            <a:extLst>
              <a:ext uri="{FF2B5EF4-FFF2-40B4-BE49-F238E27FC236}">
                <a16:creationId xmlns:a16="http://schemas.microsoft.com/office/drawing/2014/main" id="{EDB9B3F4-FB6E-8A43-95BC-05BFCBE71F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98960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a:extLst>
            <a:ext uri="{FF2B5EF4-FFF2-40B4-BE49-F238E27FC236}">
              <a16:creationId xmlns:a16="http://schemas.microsoft.com/office/drawing/2014/main" id="{3778458D-E175-0A90-743B-966298A8833D}"/>
            </a:ext>
          </a:extLst>
        </p:cNvPr>
        <p:cNvGrpSpPr/>
        <p:nvPr/>
      </p:nvGrpSpPr>
      <p:grpSpPr>
        <a:xfrm>
          <a:off x="0" y="0"/>
          <a:ext cx="0" cy="0"/>
          <a:chOff x="0" y="0"/>
          <a:chExt cx="0" cy="0"/>
        </a:xfrm>
      </p:grpSpPr>
      <p:sp>
        <p:nvSpPr>
          <p:cNvPr id="79" name="Google Shape;79;g3641ca8743c_0_16:notes">
            <a:extLst>
              <a:ext uri="{FF2B5EF4-FFF2-40B4-BE49-F238E27FC236}">
                <a16:creationId xmlns:a16="http://schemas.microsoft.com/office/drawing/2014/main" id="{E296893B-E3E8-62CD-1770-FB12151851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641ca8743c_0_16:notes">
            <a:extLst>
              <a:ext uri="{FF2B5EF4-FFF2-40B4-BE49-F238E27FC236}">
                <a16:creationId xmlns:a16="http://schemas.microsoft.com/office/drawing/2014/main" id="{135D5AAE-14A7-C359-A0B4-B7A7219AED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79532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a:extLst>
            <a:ext uri="{FF2B5EF4-FFF2-40B4-BE49-F238E27FC236}">
              <a16:creationId xmlns:a16="http://schemas.microsoft.com/office/drawing/2014/main" id="{21A6B66B-153D-2019-50CF-6C3723840751}"/>
            </a:ext>
          </a:extLst>
        </p:cNvPr>
        <p:cNvGrpSpPr/>
        <p:nvPr/>
      </p:nvGrpSpPr>
      <p:grpSpPr>
        <a:xfrm>
          <a:off x="0" y="0"/>
          <a:ext cx="0" cy="0"/>
          <a:chOff x="0" y="0"/>
          <a:chExt cx="0" cy="0"/>
        </a:xfrm>
      </p:grpSpPr>
      <p:sp>
        <p:nvSpPr>
          <p:cNvPr id="79" name="Google Shape;79;g3641ca8743c_0_16:notes">
            <a:extLst>
              <a:ext uri="{FF2B5EF4-FFF2-40B4-BE49-F238E27FC236}">
                <a16:creationId xmlns:a16="http://schemas.microsoft.com/office/drawing/2014/main" id="{F209CA6B-ED9D-267B-EC4B-899A67B0C9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641ca8743c_0_16:notes">
            <a:extLst>
              <a:ext uri="{FF2B5EF4-FFF2-40B4-BE49-F238E27FC236}">
                <a16:creationId xmlns:a16="http://schemas.microsoft.com/office/drawing/2014/main" id="{5AF9DE00-11A3-BC7C-1022-1775DF4AEF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50923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a:extLst>
            <a:ext uri="{FF2B5EF4-FFF2-40B4-BE49-F238E27FC236}">
              <a16:creationId xmlns:a16="http://schemas.microsoft.com/office/drawing/2014/main" id="{7CB23879-79A5-EA91-80D7-CFCEEBDCC195}"/>
            </a:ext>
          </a:extLst>
        </p:cNvPr>
        <p:cNvGrpSpPr/>
        <p:nvPr/>
      </p:nvGrpSpPr>
      <p:grpSpPr>
        <a:xfrm>
          <a:off x="0" y="0"/>
          <a:ext cx="0" cy="0"/>
          <a:chOff x="0" y="0"/>
          <a:chExt cx="0" cy="0"/>
        </a:xfrm>
      </p:grpSpPr>
      <p:sp>
        <p:nvSpPr>
          <p:cNvPr id="79" name="Google Shape;79;g3641ca8743c_0_16:notes">
            <a:extLst>
              <a:ext uri="{FF2B5EF4-FFF2-40B4-BE49-F238E27FC236}">
                <a16:creationId xmlns:a16="http://schemas.microsoft.com/office/drawing/2014/main" id="{E78DBC04-7205-C16C-E711-6ED1CB237E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641ca8743c_0_16:notes">
            <a:extLst>
              <a:ext uri="{FF2B5EF4-FFF2-40B4-BE49-F238E27FC236}">
                <a16:creationId xmlns:a16="http://schemas.microsoft.com/office/drawing/2014/main" id="{4193109D-0667-67FF-D435-43D0A7DA8E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91246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a:extLst>
            <a:ext uri="{FF2B5EF4-FFF2-40B4-BE49-F238E27FC236}">
              <a16:creationId xmlns:a16="http://schemas.microsoft.com/office/drawing/2014/main" id="{A62D9C89-2405-9B89-D6EF-D6B8799F7C95}"/>
            </a:ext>
          </a:extLst>
        </p:cNvPr>
        <p:cNvGrpSpPr/>
        <p:nvPr/>
      </p:nvGrpSpPr>
      <p:grpSpPr>
        <a:xfrm>
          <a:off x="0" y="0"/>
          <a:ext cx="0" cy="0"/>
          <a:chOff x="0" y="0"/>
          <a:chExt cx="0" cy="0"/>
        </a:xfrm>
      </p:grpSpPr>
      <p:sp>
        <p:nvSpPr>
          <p:cNvPr id="79" name="Google Shape;79;g3641ca8743c_0_16:notes">
            <a:extLst>
              <a:ext uri="{FF2B5EF4-FFF2-40B4-BE49-F238E27FC236}">
                <a16:creationId xmlns:a16="http://schemas.microsoft.com/office/drawing/2014/main" id="{9952A08C-6057-9877-24CC-E89B95F0E1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641ca8743c_0_16:notes">
            <a:extLst>
              <a:ext uri="{FF2B5EF4-FFF2-40B4-BE49-F238E27FC236}">
                <a16:creationId xmlns:a16="http://schemas.microsoft.com/office/drawing/2014/main" id="{C540FCE1-61DB-CEE4-D01D-15268C4C34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1372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7"/>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7"/>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9"/>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1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10"/>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10"/>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12"/>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12"/>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13"/>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6"/>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6"/>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8.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7" Type="http://schemas.microsoft.com/office/2007/relationships/hdphoto" Target="../media/hdphoto3.wdp"/><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7.png"/><Relationship Id="rId5" Type="http://schemas.microsoft.com/office/2007/relationships/hdphoto" Target="../media/hdphoto2.wdp"/><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microsoft.com/office/2007/relationships/hdphoto" Target="../media/hdphoto4.wdp"/><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microsoft.com/office/2007/relationships/hdphoto" Target="../media/hdphoto5.wdp"/><Relationship Id="rId5" Type="http://schemas.openxmlformats.org/officeDocument/2006/relationships/image" Target="../media/image21.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microsoft.com/office/2007/relationships/hdphoto" Target="../media/hdphoto6.wdp"/><Relationship Id="rId5" Type="http://schemas.openxmlformats.org/officeDocument/2006/relationships/image" Target="../media/image22.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microsoft.com/office/2007/relationships/hdphoto" Target="../media/hdphoto7.wdp"/><Relationship Id="rId5" Type="http://schemas.openxmlformats.org/officeDocument/2006/relationships/image" Target="../media/image23.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microsoft.com/office/2007/relationships/hdphoto" Target="../media/hdphoto8.wdp"/><Relationship Id="rId5" Type="http://schemas.openxmlformats.org/officeDocument/2006/relationships/image" Target="../media/image24.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microsoft.com/office/2007/relationships/hdphoto" Target="../media/hdphoto9.wdp"/><Relationship Id="rId5" Type="http://schemas.openxmlformats.org/officeDocument/2006/relationships/image" Target="../media/image25.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microsoft.com/office/2007/relationships/hdphoto" Target="../media/hdphoto10.wdp"/><Relationship Id="rId5" Type="http://schemas.openxmlformats.org/officeDocument/2006/relationships/image" Target="../media/image26.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microsoft.com/office/2007/relationships/hdphoto" Target="../media/hdphoto11.wdp"/><Relationship Id="rId5" Type="http://schemas.openxmlformats.org/officeDocument/2006/relationships/image" Target="../media/image27.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microsoft.com/office/2007/relationships/hdphoto" Target="../media/hdphoto12.wdp"/><Relationship Id="rId5" Type="http://schemas.openxmlformats.org/officeDocument/2006/relationships/image" Target="../media/image28.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microsoft.com/office/2007/relationships/hdphoto" Target="../media/hdphoto13.wdp"/><Relationship Id="rId5" Type="http://schemas.openxmlformats.org/officeDocument/2006/relationships/image" Target="../media/image29.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microsoft.com/office/2007/relationships/hdphoto" Target="../media/hdphoto14.wdp"/><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microsoft.com/office/2007/relationships/hdphoto" Target="../media/hdphoto15.wdp"/><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microsoft.com/office/2007/relationships/hdphoto" Target="../media/hdphoto16.wdp"/><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E2B9CF7E-05A4-F485-61E4-D2BBB2D243D4}"/>
            </a:ext>
          </a:extLst>
        </p:cNvPr>
        <p:cNvGrpSpPr/>
        <p:nvPr/>
      </p:nvGrpSpPr>
      <p:grpSpPr>
        <a:xfrm>
          <a:off x="0" y="0"/>
          <a:ext cx="0" cy="0"/>
          <a:chOff x="0" y="0"/>
          <a:chExt cx="0" cy="0"/>
        </a:xfrm>
      </p:grpSpPr>
      <p:pic>
        <p:nvPicPr>
          <p:cNvPr id="54" name="Google Shape;54;p1" title="LOGO FAMA copiar.png">
            <a:extLst>
              <a:ext uri="{FF2B5EF4-FFF2-40B4-BE49-F238E27FC236}">
                <a16:creationId xmlns:a16="http://schemas.microsoft.com/office/drawing/2014/main" id="{87C546A6-FF8C-CDD1-F7B0-DEFEACCF4390}"/>
              </a:ext>
            </a:extLst>
          </p:cNvPr>
          <p:cNvPicPr preferRelativeResize="0"/>
          <p:nvPr/>
        </p:nvPicPr>
        <p:blipFill rotWithShape="1">
          <a:blip r:embed="rId3">
            <a:alphaModFix/>
          </a:blip>
          <a:srcRect/>
          <a:stretch/>
        </p:blipFill>
        <p:spPr>
          <a:xfrm>
            <a:off x="3990387" y="323675"/>
            <a:ext cx="1163223" cy="350450"/>
          </a:xfrm>
          <a:prstGeom prst="rect">
            <a:avLst/>
          </a:prstGeom>
          <a:noFill/>
          <a:ln>
            <a:noFill/>
          </a:ln>
        </p:spPr>
      </p:pic>
      <p:pic>
        <p:nvPicPr>
          <p:cNvPr id="55" name="Google Shape;55;p1" title="CAPA.png">
            <a:extLst>
              <a:ext uri="{FF2B5EF4-FFF2-40B4-BE49-F238E27FC236}">
                <a16:creationId xmlns:a16="http://schemas.microsoft.com/office/drawing/2014/main" id="{E55E2F54-795A-3BB0-9D67-629A1863AF9C}"/>
              </a:ext>
            </a:extLst>
          </p:cNvPr>
          <p:cNvPicPr preferRelativeResize="0"/>
          <p:nvPr/>
        </p:nvPicPr>
        <p:blipFill>
          <a:blip r:embed="rId4">
            <a:alphaModFix/>
          </a:blip>
          <a:stretch>
            <a:fillRect/>
          </a:stretch>
        </p:blipFill>
        <p:spPr>
          <a:xfrm>
            <a:off x="0" y="0"/>
            <a:ext cx="9144000" cy="5143492"/>
          </a:xfrm>
          <a:prstGeom prst="rect">
            <a:avLst/>
          </a:prstGeom>
          <a:noFill/>
          <a:ln>
            <a:noFill/>
          </a:ln>
        </p:spPr>
      </p:pic>
      <p:sp>
        <p:nvSpPr>
          <p:cNvPr id="56" name="Google Shape;56;p1">
            <a:extLst>
              <a:ext uri="{FF2B5EF4-FFF2-40B4-BE49-F238E27FC236}">
                <a16:creationId xmlns:a16="http://schemas.microsoft.com/office/drawing/2014/main" id="{A44741A9-891E-909B-CD9B-938F999C5E01}"/>
              </a:ext>
            </a:extLst>
          </p:cNvPr>
          <p:cNvSpPr txBox="1"/>
          <p:nvPr/>
        </p:nvSpPr>
        <p:spPr>
          <a:xfrm>
            <a:off x="375575" y="1321700"/>
            <a:ext cx="3427500" cy="1354187"/>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3800" dirty="0">
                <a:solidFill>
                  <a:schemeClr val="lt1"/>
                </a:solidFill>
                <a:latin typeface="Lexend"/>
                <a:ea typeface="Lexend"/>
                <a:cs typeface="Lexend"/>
                <a:sym typeface="Lexend"/>
              </a:rPr>
              <a:t>Engenharia de Requisitos</a:t>
            </a:r>
            <a:endParaRPr sz="3800" dirty="0">
              <a:solidFill>
                <a:schemeClr val="lt1"/>
              </a:solidFill>
              <a:latin typeface="Lexend"/>
              <a:ea typeface="Lexend"/>
              <a:cs typeface="Lexend"/>
              <a:sym typeface="Lexend"/>
            </a:endParaRPr>
          </a:p>
        </p:txBody>
      </p:sp>
      <p:sp>
        <p:nvSpPr>
          <p:cNvPr id="57" name="Google Shape;57;p1">
            <a:extLst>
              <a:ext uri="{FF2B5EF4-FFF2-40B4-BE49-F238E27FC236}">
                <a16:creationId xmlns:a16="http://schemas.microsoft.com/office/drawing/2014/main" id="{FBF9C07D-8446-C497-3495-94D1D8BD1E44}"/>
              </a:ext>
            </a:extLst>
          </p:cNvPr>
          <p:cNvSpPr txBox="1"/>
          <p:nvPr/>
        </p:nvSpPr>
        <p:spPr>
          <a:xfrm>
            <a:off x="375575" y="3494221"/>
            <a:ext cx="3733581" cy="7078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700" dirty="0">
                <a:solidFill>
                  <a:schemeClr val="lt1"/>
                </a:solidFill>
                <a:latin typeface="Lexend ExtraLight"/>
                <a:ea typeface="Lexend ExtraLight"/>
                <a:cs typeface="Lexend ExtraLight"/>
                <a:sym typeface="Lexend ExtraLight"/>
              </a:rPr>
              <a:t>Prof. Esp. </a:t>
            </a:r>
          </a:p>
          <a:p>
            <a:pPr marL="0" lvl="0" indent="0" algn="l" rtl="0">
              <a:spcBef>
                <a:spcPts val="0"/>
              </a:spcBef>
              <a:spcAft>
                <a:spcPts val="0"/>
              </a:spcAft>
              <a:buNone/>
            </a:pPr>
            <a:r>
              <a:rPr lang="pt-BR" sz="1700" dirty="0">
                <a:solidFill>
                  <a:schemeClr val="lt1"/>
                </a:solidFill>
                <a:latin typeface="Lexend ExtraLight"/>
                <a:ea typeface="Lexend ExtraLight"/>
                <a:cs typeface="Lexend ExtraLight"/>
                <a:sym typeface="Lexend ExtraLight"/>
              </a:rPr>
              <a:t>Rita de Cássia da Costa Silva </a:t>
            </a:r>
            <a:endParaRPr sz="1700" dirty="0">
              <a:solidFill>
                <a:srgbClr val="00CCFF"/>
              </a:solidFill>
              <a:latin typeface="Lexend ExtraLight"/>
              <a:ea typeface="Lexend ExtraLight"/>
              <a:cs typeface="Lexend ExtraLight"/>
              <a:sym typeface="Lexend ExtraLight"/>
            </a:endParaRPr>
          </a:p>
        </p:txBody>
      </p:sp>
    </p:spTree>
    <p:extLst>
      <p:ext uri="{BB962C8B-B14F-4D97-AF65-F5344CB8AC3E}">
        <p14:creationId xmlns:p14="http://schemas.microsoft.com/office/powerpoint/2010/main" val="2115571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5" title="05.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93" name="Google Shape;93;p5"/>
          <p:cNvSpPr/>
          <p:nvPr/>
        </p:nvSpPr>
        <p:spPr>
          <a:xfrm>
            <a:off x="977463" y="1591500"/>
            <a:ext cx="3149752" cy="2154300"/>
          </a:xfrm>
          <a:prstGeom prst="roundRect">
            <a:avLst>
              <a:gd name="adj" fmla="val 16667"/>
            </a:avLst>
          </a:prstGeom>
          <a:noFill/>
          <a:ln w="9525" cap="flat" cmpd="sng">
            <a:solidFill>
              <a:srgbClr val="00BCD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5"/>
          <p:cNvSpPr/>
          <p:nvPr/>
        </p:nvSpPr>
        <p:spPr>
          <a:xfrm>
            <a:off x="5104377" y="1591500"/>
            <a:ext cx="3062159" cy="2154300"/>
          </a:xfrm>
          <a:prstGeom prst="roundRect">
            <a:avLst>
              <a:gd name="adj" fmla="val 16667"/>
            </a:avLst>
          </a:prstGeom>
          <a:noFill/>
          <a:ln w="9525" cap="flat" cmpd="sng">
            <a:solidFill>
              <a:srgbClr val="00BCD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5"/>
          <p:cNvSpPr txBox="1"/>
          <p:nvPr/>
        </p:nvSpPr>
        <p:spPr>
          <a:xfrm>
            <a:off x="977313" y="1591499"/>
            <a:ext cx="3149752" cy="2154299"/>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1300"/>
              <a:buFont typeface="Arial"/>
              <a:buNone/>
            </a:pPr>
            <a:r>
              <a:rPr lang="pt-BR" i="0" u="none" strike="noStrike" cap="none" dirty="0">
                <a:solidFill>
                  <a:schemeClr val="lt1"/>
                </a:solidFill>
                <a:effectLst>
                  <a:outerShdw blurRad="38100" dist="38100" dir="2700000" algn="tl">
                    <a:srgbClr val="000000">
                      <a:alpha val="43137"/>
                    </a:srgbClr>
                  </a:outerShdw>
                </a:effectLst>
                <a:latin typeface="Lexend"/>
                <a:ea typeface="Lexend"/>
                <a:cs typeface="Lexend"/>
                <a:sym typeface="Lexend"/>
              </a:rPr>
              <a:t>DEFI</a:t>
            </a:r>
            <a:r>
              <a:rPr lang="pt-BR" dirty="0">
                <a:solidFill>
                  <a:schemeClr val="lt1"/>
                </a:solidFill>
                <a:effectLst>
                  <a:outerShdw blurRad="38100" dist="38100" dir="2700000" algn="tl">
                    <a:srgbClr val="000000">
                      <a:alpha val="43137"/>
                    </a:srgbClr>
                  </a:outerShdw>
                </a:effectLst>
                <a:latin typeface="Lexend"/>
                <a:ea typeface="Lexend"/>
                <a:cs typeface="Lexend"/>
                <a:sym typeface="Lexend"/>
              </a:rPr>
              <a:t>NIÇÃO</a:t>
            </a:r>
          </a:p>
          <a:p>
            <a:pPr marL="0" marR="0" lvl="0" indent="0" algn="ctr" rtl="0">
              <a:lnSpc>
                <a:spcPct val="115000"/>
              </a:lnSpc>
              <a:spcBef>
                <a:spcPts val="0"/>
              </a:spcBef>
              <a:spcAft>
                <a:spcPts val="0"/>
              </a:spcAft>
              <a:buClr>
                <a:srgbClr val="000000"/>
              </a:buClr>
              <a:buSzPts val="1300"/>
              <a:buFont typeface="Arial"/>
              <a:buNone/>
            </a:pPr>
            <a:endParaRPr lang="pt-BR" sz="1300" i="0" u="none" strike="noStrike" cap="none" dirty="0">
              <a:solidFill>
                <a:schemeClr val="lt1"/>
              </a:solidFill>
              <a:latin typeface="Lexend"/>
              <a:ea typeface="Lexend"/>
              <a:cs typeface="Lexend"/>
              <a:sym typeface="Lexend"/>
            </a:endParaRPr>
          </a:p>
          <a:p>
            <a:pPr marL="0" marR="0" lvl="0" indent="0" algn="ctr" rtl="0">
              <a:lnSpc>
                <a:spcPct val="115000"/>
              </a:lnSpc>
              <a:spcBef>
                <a:spcPts val="0"/>
              </a:spcBef>
              <a:spcAft>
                <a:spcPts val="0"/>
              </a:spcAft>
              <a:buClr>
                <a:srgbClr val="000000"/>
              </a:buClr>
              <a:buSzPts val="1300"/>
              <a:buFont typeface="Arial"/>
              <a:buNone/>
            </a:pPr>
            <a:endParaRPr lang="pt-BR" sz="1300" i="0" u="none" strike="noStrike" cap="none" dirty="0">
              <a:solidFill>
                <a:schemeClr val="lt1"/>
              </a:solidFill>
              <a:latin typeface="Lexend"/>
              <a:ea typeface="Lexend"/>
              <a:cs typeface="Lexend"/>
              <a:sym typeface="Lexend"/>
            </a:endParaRPr>
          </a:p>
          <a:p>
            <a:pPr marL="0" marR="0" lvl="0" indent="0" algn="ctr" rtl="0">
              <a:lnSpc>
                <a:spcPct val="115000"/>
              </a:lnSpc>
              <a:spcBef>
                <a:spcPts val="0"/>
              </a:spcBef>
              <a:spcAft>
                <a:spcPts val="0"/>
              </a:spcAft>
              <a:buClr>
                <a:srgbClr val="000000"/>
              </a:buClr>
              <a:buSzPts val="1300"/>
              <a:buFont typeface="Arial"/>
              <a:buNone/>
            </a:pPr>
            <a:r>
              <a:rPr lang="pt-BR" sz="1300" i="0" u="none" strike="noStrike" cap="none" dirty="0">
                <a:solidFill>
                  <a:schemeClr val="lt1"/>
                </a:solidFill>
                <a:latin typeface="Lexend"/>
                <a:ea typeface="Lexend"/>
                <a:cs typeface="Lexend"/>
                <a:sym typeface="Lexend"/>
              </a:rPr>
              <a:t>Conjunto de atividades voltadas para identificar, documentar, analisar e validar as necessidades dos stakeholders.</a:t>
            </a:r>
            <a:endParaRPr sz="1300" i="0" u="none" strike="noStrike" cap="none" dirty="0">
              <a:solidFill>
                <a:schemeClr val="lt1"/>
              </a:solidFill>
              <a:latin typeface="Lexend"/>
              <a:ea typeface="Lexend"/>
              <a:cs typeface="Lexend"/>
              <a:sym typeface="Lexend"/>
            </a:endParaRPr>
          </a:p>
        </p:txBody>
      </p:sp>
      <p:sp>
        <p:nvSpPr>
          <p:cNvPr id="98" name="Google Shape;98;p5"/>
          <p:cNvSpPr txBox="1"/>
          <p:nvPr/>
        </p:nvSpPr>
        <p:spPr>
          <a:xfrm>
            <a:off x="5104377" y="1591498"/>
            <a:ext cx="3062159" cy="2154299"/>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1300"/>
              <a:buFont typeface="Arial"/>
              <a:buNone/>
            </a:pPr>
            <a:r>
              <a:rPr lang="pt-BR" sz="1300" i="0" u="none" strike="noStrike" cap="none" dirty="0">
                <a:solidFill>
                  <a:schemeClr val="lt1"/>
                </a:solidFill>
                <a:latin typeface="Lexend"/>
                <a:ea typeface="Lexend"/>
                <a:cs typeface="Lexend"/>
                <a:sym typeface="Lexend"/>
              </a:rPr>
              <a:t>IMPORTÂNCIA</a:t>
            </a:r>
          </a:p>
          <a:p>
            <a:pPr marL="0" marR="0" lvl="0" indent="0" algn="ctr" rtl="0">
              <a:lnSpc>
                <a:spcPct val="115000"/>
              </a:lnSpc>
              <a:spcBef>
                <a:spcPts val="0"/>
              </a:spcBef>
              <a:spcAft>
                <a:spcPts val="0"/>
              </a:spcAft>
              <a:buClr>
                <a:srgbClr val="000000"/>
              </a:buClr>
              <a:buSzPts val="1300"/>
              <a:buFont typeface="Arial"/>
              <a:buNone/>
            </a:pPr>
            <a:endParaRPr lang="pt-BR" sz="1300" dirty="0">
              <a:solidFill>
                <a:schemeClr val="lt1"/>
              </a:solidFill>
              <a:latin typeface="Lexend"/>
              <a:ea typeface="Lexend"/>
              <a:cs typeface="Lexend"/>
              <a:sym typeface="Lexend"/>
            </a:endParaRPr>
          </a:p>
          <a:p>
            <a:pPr marL="0" marR="0" lvl="0" indent="0" algn="ctr" rtl="0">
              <a:lnSpc>
                <a:spcPct val="115000"/>
              </a:lnSpc>
              <a:spcBef>
                <a:spcPts val="0"/>
              </a:spcBef>
              <a:spcAft>
                <a:spcPts val="0"/>
              </a:spcAft>
              <a:buClr>
                <a:srgbClr val="000000"/>
              </a:buClr>
              <a:buSzPts val="1300"/>
              <a:buFont typeface="Arial"/>
              <a:buNone/>
            </a:pPr>
            <a:endParaRPr lang="pt-BR" sz="1300" i="0" u="none" strike="noStrike" cap="none" dirty="0">
              <a:solidFill>
                <a:schemeClr val="lt1"/>
              </a:solidFill>
              <a:latin typeface="Lexend"/>
              <a:ea typeface="Lexend"/>
              <a:cs typeface="Lexend"/>
              <a:sym typeface="Lexend"/>
            </a:endParaRPr>
          </a:p>
          <a:p>
            <a:pPr marL="0" marR="0" lvl="0" indent="0" algn="ctr" rtl="0">
              <a:lnSpc>
                <a:spcPct val="115000"/>
              </a:lnSpc>
              <a:spcBef>
                <a:spcPts val="0"/>
              </a:spcBef>
              <a:spcAft>
                <a:spcPts val="0"/>
              </a:spcAft>
              <a:buClr>
                <a:srgbClr val="000000"/>
              </a:buClr>
              <a:buSzPts val="1300"/>
              <a:buFont typeface="Arial"/>
              <a:buNone/>
            </a:pPr>
            <a:r>
              <a:rPr lang="pt-BR" sz="1300" i="0" u="none" strike="noStrike" cap="none" dirty="0">
                <a:solidFill>
                  <a:schemeClr val="lt1"/>
                </a:solidFill>
                <a:latin typeface="Lexend"/>
                <a:ea typeface="Lexend"/>
                <a:cs typeface="Lexend"/>
                <a:sym typeface="Lexend"/>
              </a:rPr>
              <a:t>Projetos exigem dados bem definidos, critérios de aceitação claros e limites éticos — tudo isso nasce nos requisitos.</a:t>
            </a:r>
            <a:endParaRPr sz="1300" i="0" u="none" strike="noStrike" cap="none" dirty="0">
              <a:solidFill>
                <a:schemeClr val="lt1"/>
              </a:solidFill>
              <a:latin typeface="Lexend"/>
              <a:ea typeface="Lexend"/>
              <a:cs typeface="Lexend"/>
              <a:sym typeface="Lexend"/>
            </a:endParaRPr>
          </a:p>
        </p:txBody>
      </p:sp>
      <p:pic>
        <p:nvPicPr>
          <p:cNvPr id="99" name="Google Shape;99;p5" title="LOGO FAMA copiar.png"/>
          <p:cNvPicPr preferRelativeResize="0"/>
          <p:nvPr/>
        </p:nvPicPr>
        <p:blipFill rotWithShape="1">
          <a:blip r:embed="rId4">
            <a:alphaModFix/>
          </a:blip>
          <a:srcRect/>
          <a:stretch/>
        </p:blipFill>
        <p:spPr>
          <a:xfrm>
            <a:off x="4127215" y="4576550"/>
            <a:ext cx="889574" cy="268000"/>
          </a:xfrm>
          <a:prstGeom prst="rect">
            <a:avLst/>
          </a:prstGeom>
          <a:noFill/>
          <a:ln>
            <a:noFill/>
          </a:ln>
        </p:spPr>
      </p:pic>
      <p:sp>
        <p:nvSpPr>
          <p:cNvPr id="100" name="Google Shape;100;p5"/>
          <p:cNvSpPr txBox="1"/>
          <p:nvPr/>
        </p:nvSpPr>
        <p:spPr>
          <a:xfrm>
            <a:off x="2417550" y="472598"/>
            <a:ext cx="4308900" cy="646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3000" dirty="0">
                <a:solidFill>
                  <a:schemeClr val="lt1"/>
                </a:solidFill>
                <a:latin typeface="Lexend"/>
                <a:ea typeface="Lexend"/>
                <a:cs typeface="Lexend"/>
                <a:sym typeface="Lexend"/>
              </a:rPr>
              <a:t>REQUISITOS</a:t>
            </a:r>
            <a:endParaRPr sz="3000" dirty="0">
              <a:solidFill>
                <a:srgbClr val="00CCFF"/>
              </a:solidFill>
              <a:latin typeface="Lexend ExtraBold"/>
              <a:ea typeface="Lexend ExtraBold"/>
              <a:cs typeface="Lexend ExtraBold"/>
              <a:sym typeface="Lexend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
          <a:extLst>
            <a:ext uri="{FF2B5EF4-FFF2-40B4-BE49-F238E27FC236}">
              <a16:creationId xmlns:a16="http://schemas.microsoft.com/office/drawing/2014/main" id="{DDA61753-9026-70D8-74F0-51F54C72CB98}"/>
            </a:ext>
          </a:extLst>
        </p:cNvPr>
        <p:cNvGrpSpPr/>
        <p:nvPr/>
      </p:nvGrpSpPr>
      <p:grpSpPr>
        <a:xfrm>
          <a:off x="0" y="0"/>
          <a:ext cx="0" cy="0"/>
          <a:chOff x="0" y="0"/>
          <a:chExt cx="0" cy="0"/>
        </a:xfrm>
      </p:grpSpPr>
      <p:pic>
        <p:nvPicPr>
          <p:cNvPr id="8" name="Google Shape;73;p3" title="02.png">
            <a:extLst>
              <a:ext uri="{FF2B5EF4-FFF2-40B4-BE49-F238E27FC236}">
                <a16:creationId xmlns:a16="http://schemas.microsoft.com/office/drawing/2014/main" id="{3BD196D0-5CED-C562-1A54-5479E48B70DD}"/>
              </a:ext>
            </a:extLst>
          </p:cNvPr>
          <p:cNvPicPr preferRelativeResize="0"/>
          <p:nvPr/>
        </p:nvPicPr>
        <p:blipFill>
          <a:blip r:embed="rId3">
            <a:alphaModFix/>
          </a:blip>
          <a:stretch>
            <a:fillRect/>
          </a:stretch>
        </p:blipFill>
        <p:spPr>
          <a:xfrm>
            <a:off x="-10417" y="-95250"/>
            <a:ext cx="9144000" cy="5143505"/>
          </a:xfrm>
          <a:prstGeom prst="rect">
            <a:avLst/>
          </a:prstGeom>
          <a:noFill/>
          <a:ln>
            <a:noFill/>
          </a:ln>
        </p:spPr>
      </p:pic>
      <p:sp>
        <p:nvSpPr>
          <p:cNvPr id="83" name="Google Shape;83;g3641ca8743c_0_16">
            <a:extLst>
              <a:ext uri="{FF2B5EF4-FFF2-40B4-BE49-F238E27FC236}">
                <a16:creationId xmlns:a16="http://schemas.microsoft.com/office/drawing/2014/main" id="{2E45BBDD-3AC1-6F23-A3CC-A89D59C7D536}"/>
              </a:ext>
            </a:extLst>
          </p:cNvPr>
          <p:cNvSpPr/>
          <p:nvPr/>
        </p:nvSpPr>
        <p:spPr>
          <a:xfrm>
            <a:off x="0" y="-338875"/>
            <a:ext cx="9144000" cy="2327100"/>
          </a:xfrm>
          <a:prstGeom prst="roundRect">
            <a:avLst>
              <a:gd name="adj" fmla="val 12114"/>
            </a:avLst>
          </a:prstGeom>
          <a:solidFill>
            <a:srgbClr val="D9D2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 name="Google Shape;84;g3641ca8743c_0_16">
            <a:extLst>
              <a:ext uri="{FF2B5EF4-FFF2-40B4-BE49-F238E27FC236}">
                <a16:creationId xmlns:a16="http://schemas.microsoft.com/office/drawing/2014/main" id="{A793CAE6-B4DA-BA44-51F9-414B5DC6D533}"/>
              </a:ext>
            </a:extLst>
          </p:cNvPr>
          <p:cNvSpPr txBox="1"/>
          <p:nvPr/>
        </p:nvSpPr>
        <p:spPr>
          <a:xfrm>
            <a:off x="108058" y="1988225"/>
            <a:ext cx="5225942" cy="738633"/>
          </a:xfrm>
          <a:prstGeom prst="rect">
            <a:avLst/>
          </a:prstGeom>
          <a:noFill/>
          <a:ln>
            <a:noFill/>
          </a:ln>
        </p:spPr>
        <p:txBody>
          <a:bodyPr spcFirstLastPara="1" wrap="square" lIns="91425" tIns="91425" rIns="91425" bIns="91425" anchor="t" anchorCtr="0">
            <a:spAutoFit/>
          </a:bodyPr>
          <a:lstStyle/>
          <a:p>
            <a:pPr lvl="0" rtl="0">
              <a:spcBef>
                <a:spcPts val="0"/>
              </a:spcBef>
              <a:spcAft>
                <a:spcPts val="0"/>
              </a:spcAft>
            </a:pPr>
            <a:r>
              <a:rPr lang="pt-BR" sz="1200" dirty="0">
                <a:solidFill>
                  <a:schemeClr val="bg2">
                    <a:lumMod val="75000"/>
                  </a:schemeClr>
                </a:solidFill>
                <a:latin typeface="Lexend ExtraLight"/>
                <a:ea typeface="Lexend ExtraLight"/>
                <a:cs typeface="Lexend ExtraLight"/>
                <a:sym typeface="Lexend ExtraLight"/>
              </a:rPr>
              <a:t>- Redução de riscos de fracasso.</a:t>
            </a:r>
          </a:p>
          <a:p>
            <a:pPr lvl="0" rtl="0">
              <a:spcBef>
                <a:spcPts val="0"/>
              </a:spcBef>
              <a:spcAft>
                <a:spcPts val="0"/>
              </a:spcAft>
            </a:pPr>
            <a:r>
              <a:rPr lang="pt-BR" sz="1200" dirty="0">
                <a:solidFill>
                  <a:schemeClr val="bg2">
                    <a:lumMod val="75000"/>
                  </a:schemeClr>
                </a:solidFill>
                <a:latin typeface="Lexend ExtraLight"/>
                <a:ea typeface="Lexend ExtraLight"/>
                <a:cs typeface="Lexend ExtraLight"/>
                <a:sym typeface="Lexend ExtraLight"/>
              </a:rPr>
              <a:t>- Evita retrabalho e custos desnecessários.</a:t>
            </a:r>
          </a:p>
          <a:p>
            <a:pPr lvl="0" rtl="0">
              <a:spcBef>
                <a:spcPts val="0"/>
              </a:spcBef>
              <a:spcAft>
                <a:spcPts val="0"/>
              </a:spcAft>
            </a:pPr>
            <a:r>
              <a:rPr lang="pt-BR" sz="1200" dirty="0">
                <a:solidFill>
                  <a:schemeClr val="bg2">
                    <a:lumMod val="75000"/>
                  </a:schemeClr>
                </a:solidFill>
                <a:latin typeface="Lexend ExtraLight"/>
                <a:ea typeface="Lexend ExtraLight"/>
                <a:cs typeface="Lexend ExtraLight"/>
                <a:sym typeface="Lexend ExtraLight"/>
              </a:rPr>
              <a:t>- Define expectativas claras entre cliente e desenvolvedor.</a:t>
            </a:r>
          </a:p>
        </p:txBody>
      </p:sp>
      <p:sp>
        <p:nvSpPr>
          <p:cNvPr id="85" name="Google Shape;85;g3641ca8743c_0_16">
            <a:extLst>
              <a:ext uri="{FF2B5EF4-FFF2-40B4-BE49-F238E27FC236}">
                <a16:creationId xmlns:a16="http://schemas.microsoft.com/office/drawing/2014/main" id="{C53CFBED-7C84-58FA-EE0F-2FC600F728AB}"/>
              </a:ext>
            </a:extLst>
          </p:cNvPr>
          <p:cNvSpPr txBox="1"/>
          <p:nvPr/>
        </p:nvSpPr>
        <p:spPr>
          <a:xfrm>
            <a:off x="1352437" y="2885259"/>
            <a:ext cx="4152899" cy="1477297"/>
          </a:xfrm>
          <a:prstGeom prst="rect">
            <a:avLst/>
          </a:prstGeom>
          <a:noFill/>
          <a:ln>
            <a:noFill/>
          </a:ln>
        </p:spPr>
        <p:txBody>
          <a:bodyPr spcFirstLastPara="1" wrap="square" lIns="91425" tIns="91425" rIns="91425" bIns="91425" anchor="t" anchorCtr="0">
            <a:spAutoFit/>
          </a:bodyPr>
          <a:lstStyle/>
          <a:p>
            <a:pPr algn="ctr"/>
            <a:r>
              <a:rPr lang="pt-BR" sz="1200" dirty="0">
                <a:solidFill>
                  <a:schemeClr val="bg2">
                    <a:lumMod val="75000"/>
                  </a:schemeClr>
                </a:solidFill>
                <a:latin typeface="Lexend ExtraLight"/>
              </a:rPr>
              <a:t>EXEMPLOS</a:t>
            </a:r>
            <a:endParaRPr sz="1200" dirty="0">
              <a:solidFill>
                <a:schemeClr val="bg2">
                  <a:lumMod val="75000"/>
                </a:schemeClr>
              </a:solidFill>
              <a:latin typeface="Lexend ExtraLight"/>
              <a:sym typeface="Lexend ExtraBold"/>
            </a:endParaRPr>
          </a:p>
          <a:p>
            <a:pPr marL="0" lvl="0" indent="0" algn="l" rtl="0">
              <a:spcBef>
                <a:spcPts val="0"/>
              </a:spcBef>
              <a:spcAft>
                <a:spcPts val="0"/>
              </a:spcAft>
              <a:buNone/>
            </a:pPr>
            <a:endParaRP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“O sistema deve permitir cadastro de novos usuários.”</a:t>
            </a: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“O aplicativo deve calcular a rota mais rápida entre dois pontos.”</a:t>
            </a: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“O sistema deve registrar histórico de pedidos.”</a:t>
            </a:r>
          </a:p>
        </p:txBody>
      </p:sp>
      <p:sp>
        <p:nvSpPr>
          <p:cNvPr id="87" name="Google Shape;87;g3641ca8743c_0_16">
            <a:extLst>
              <a:ext uri="{FF2B5EF4-FFF2-40B4-BE49-F238E27FC236}">
                <a16:creationId xmlns:a16="http://schemas.microsoft.com/office/drawing/2014/main" id="{69A262F4-13EA-19F3-B28E-1447A9771D6E}"/>
              </a:ext>
            </a:extLst>
          </p:cNvPr>
          <p:cNvSpPr txBox="1"/>
          <p:nvPr/>
        </p:nvSpPr>
        <p:spPr>
          <a:xfrm>
            <a:off x="2345237" y="487042"/>
            <a:ext cx="4453525" cy="56935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2500" dirty="0">
                <a:solidFill>
                  <a:schemeClr val="accent5">
                    <a:lumMod val="50000"/>
                  </a:schemeClr>
                </a:solidFill>
                <a:latin typeface="Lexend"/>
                <a:ea typeface="Lexend"/>
                <a:cs typeface="Lexend"/>
                <a:sym typeface="Lexend"/>
              </a:rPr>
              <a:t>REQUISITOS FUNCIONAIS</a:t>
            </a:r>
            <a:endParaRPr sz="2500" dirty="0">
              <a:solidFill>
                <a:schemeClr val="accent5">
                  <a:lumMod val="50000"/>
                </a:schemeClr>
              </a:solidFill>
              <a:latin typeface="Lexend"/>
              <a:ea typeface="Lexend"/>
              <a:cs typeface="Lexend"/>
              <a:sym typeface="Lexend"/>
            </a:endParaRPr>
          </a:p>
        </p:txBody>
      </p:sp>
      <p:pic>
        <p:nvPicPr>
          <p:cNvPr id="3" name="Imagem 2">
            <a:extLst>
              <a:ext uri="{FF2B5EF4-FFF2-40B4-BE49-F238E27FC236}">
                <a16:creationId xmlns:a16="http://schemas.microsoft.com/office/drawing/2014/main" id="{63F9BC88-19A7-B4B2-6E78-4E47CADCAAC4}"/>
              </a:ext>
            </a:extLst>
          </p:cNvPr>
          <p:cNvPicPr>
            <a:picLocks noChangeAspect="1"/>
          </p:cNvPicPr>
          <p:nvPr/>
        </p:nvPicPr>
        <p:blipFill>
          <a:blip r:embed="rId4"/>
          <a:stretch>
            <a:fillRect/>
          </a:stretch>
        </p:blipFill>
        <p:spPr>
          <a:xfrm>
            <a:off x="5838826" y="1988225"/>
            <a:ext cx="3260176" cy="2445132"/>
          </a:xfrm>
          <a:prstGeom prst="rect">
            <a:avLst/>
          </a:prstGeom>
        </p:spPr>
      </p:pic>
      <p:sp>
        <p:nvSpPr>
          <p:cNvPr id="5" name="CaixaDeTexto 4">
            <a:extLst>
              <a:ext uri="{FF2B5EF4-FFF2-40B4-BE49-F238E27FC236}">
                <a16:creationId xmlns:a16="http://schemas.microsoft.com/office/drawing/2014/main" id="{217A5620-E03B-3A02-49EA-420D6BBC8A97}"/>
              </a:ext>
            </a:extLst>
          </p:cNvPr>
          <p:cNvSpPr txBox="1"/>
          <p:nvPr/>
        </p:nvSpPr>
        <p:spPr>
          <a:xfrm>
            <a:off x="1844331" y="1513024"/>
            <a:ext cx="5434503" cy="369302"/>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algn="ctr">
              <a:defRPr sz="1200">
                <a:solidFill>
                  <a:schemeClr val="bg2">
                    <a:lumMod val="75000"/>
                  </a:schemeClr>
                </a:solidFill>
                <a:latin typeface="Lexend ExtraLight"/>
              </a:defRPr>
            </a:lvl1pPr>
          </a:lstStyle>
          <a:p>
            <a:r>
              <a:rPr lang="pt-BR" dirty="0">
                <a:solidFill>
                  <a:srgbClr val="C00000"/>
                </a:solidFill>
              </a:rPr>
              <a:t>OBS:</a:t>
            </a:r>
            <a:r>
              <a:rPr lang="pt-BR" dirty="0"/>
              <a:t> </a:t>
            </a:r>
            <a:r>
              <a:rPr lang="pt-BR" dirty="0">
                <a:solidFill>
                  <a:schemeClr val="bg2">
                    <a:lumMod val="50000"/>
                  </a:schemeClr>
                </a:solidFill>
              </a:rPr>
              <a:t>Se requisitos forem mal definidos → risco de falhas graves</a:t>
            </a:r>
          </a:p>
        </p:txBody>
      </p:sp>
      <p:sp>
        <p:nvSpPr>
          <p:cNvPr id="6" name="Google Shape;84;g3641ca8743c_0_16">
            <a:extLst>
              <a:ext uri="{FF2B5EF4-FFF2-40B4-BE49-F238E27FC236}">
                <a16:creationId xmlns:a16="http://schemas.microsoft.com/office/drawing/2014/main" id="{D9F07D73-01F9-1343-824A-17A66A9972A7}"/>
              </a:ext>
            </a:extLst>
          </p:cNvPr>
          <p:cNvSpPr txBox="1"/>
          <p:nvPr/>
        </p:nvSpPr>
        <p:spPr>
          <a:xfrm>
            <a:off x="2701483" y="954573"/>
            <a:ext cx="3496777" cy="553968"/>
          </a:xfrm>
          <a:prstGeom prst="rect">
            <a:avLst/>
          </a:prstGeom>
          <a:noFill/>
          <a:ln>
            <a:noFill/>
          </a:ln>
        </p:spPr>
        <p:txBody>
          <a:bodyPr spcFirstLastPara="1" wrap="square" lIns="91425" tIns="91425" rIns="91425" bIns="91425" anchor="t" anchorCtr="0">
            <a:spAutoFit/>
          </a:bodyPr>
          <a:lstStyle/>
          <a:p>
            <a:pPr marL="171450" lvl="0" indent="-171450" algn="ctr" rtl="0">
              <a:spcBef>
                <a:spcPts val="0"/>
              </a:spcBef>
              <a:spcAft>
                <a:spcPts val="0"/>
              </a:spcAft>
              <a:buFont typeface="Wingdings" panose="05000000000000000000" pitchFamily="2" charset="2"/>
              <a:buChar char="Ø"/>
            </a:pPr>
            <a:r>
              <a:rPr lang="pt-BR" sz="1200" dirty="0">
                <a:solidFill>
                  <a:schemeClr val="bg2">
                    <a:lumMod val="75000"/>
                  </a:schemeClr>
                </a:solidFill>
                <a:latin typeface="Lexend ExtraLight"/>
                <a:ea typeface="Lexend ExtraLight"/>
                <a:cs typeface="Lexend ExtraLight"/>
                <a:sym typeface="Lexend ExtraLight"/>
              </a:rPr>
              <a:t>DESCREVEM O QUE O SISTEMA DEVE FAZER.</a:t>
            </a:r>
          </a:p>
        </p:txBody>
      </p:sp>
    </p:spTree>
    <p:extLst>
      <p:ext uri="{BB962C8B-B14F-4D97-AF65-F5344CB8AC3E}">
        <p14:creationId xmlns:p14="http://schemas.microsoft.com/office/powerpoint/2010/main" val="3720986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
          <a:extLst>
            <a:ext uri="{FF2B5EF4-FFF2-40B4-BE49-F238E27FC236}">
              <a16:creationId xmlns:a16="http://schemas.microsoft.com/office/drawing/2014/main" id="{D4EA865C-8CC2-548C-83BE-1EB449B7C499}"/>
            </a:ext>
          </a:extLst>
        </p:cNvPr>
        <p:cNvGrpSpPr/>
        <p:nvPr/>
      </p:nvGrpSpPr>
      <p:grpSpPr>
        <a:xfrm>
          <a:off x="0" y="0"/>
          <a:ext cx="0" cy="0"/>
          <a:chOff x="0" y="0"/>
          <a:chExt cx="0" cy="0"/>
        </a:xfrm>
      </p:grpSpPr>
      <p:pic>
        <p:nvPicPr>
          <p:cNvPr id="82" name="Google Shape;82;g3641ca8743c_0_16" title="03.png">
            <a:extLst>
              <a:ext uri="{FF2B5EF4-FFF2-40B4-BE49-F238E27FC236}">
                <a16:creationId xmlns:a16="http://schemas.microsoft.com/office/drawing/2014/main" id="{DED6E28F-F1A1-B2A5-EC55-8A5BC9EFC374}"/>
              </a:ext>
            </a:extLst>
          </p:cNvPr>
          <p:cNvPicPr preferRelativeResize="0"/>
          <p:nvPr/>
        </p:nvPicPr>
        <p:blipFill>
          <a:blip r:embed="rId3">
            <a:alphaModFix/>
          </a:blip>
          <a:stretch>
            <a:fillRect/>
          </a:stretch>
        </p:blipFill>
        <p:spPr>
          <a:xfrm>
            <a:off x="0" y="0"/>
            <a:ext cx="9144000" cy="5143505"/>
          </a:xfrm>
          <a:prstGeom prst="rect">
            <a:avLst/>
          </a:prstGeom>
          <a:noFill/>
          <a:ln>
            <a:noFill/>
          </a:ln>
        </p:spPr>
      </p:pic>
      <p:sp>
        <p:nvSpPr>
          <p:cNvPr id="83" name="Google Shape;83;g3641ca8743c_0_16">
            <a:extLst>
              <a:ext uri="{FF2B5EF4-FFF2-40B4-BE49-F238E27FC236}">
                <a16:creationId xmlns:a16="http://schemas.microsoft.com/office/drawing/2014/main" id="{343F6298-A1CA-F5ED-5A92-0C230013E284}"/>
              </a:ext>
            </a:extLst>
          </p:cNvPr>
          <p:cNvSpPr/>
          <p:nvPr/>
        </p:nvSpPr>
        <p:spPr>
          <a:xfrm>
            <a:off x="0" y="-338875"/>
            <a:ext cx="9144000" cy="2327100"/>
          </a:xfrm>
          <a:prstGeom prst="roundRect">
            <a:avLst>
              <a:gd name="adj" fmla="val 12114"/>
            </a:avLst>
          </a:prstGeom>
          <a:solidFill>
            <a:srgbClr val="D9D2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 name="Google Shape;87;g3641ca8743c_0_16">
            <a:extLst>
              <a:ext uri="{FF2B5EF4-FFF2-40B4-BE49-F238E27FC236}">
                <a16:creationId xmlns:a16="http://schemas.microsoft.com/office/drawing/2014/main" id="{6417ECF3-749B-6F86-1338-6311274C1507}"/>
              </a:ext>
            </a:extLst>
          </p:cNvPr>
          <p:cNvSpPr txBox="1"/>
          <p:nvPr/>
        </p:nvSpPr>
        <p:spPr>
          <a:xfrm>
            <a:off x="118475" y="347635"/>
            <a:ext cx="4453525" cy="954077"/>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2500" dirty="0">
                <a:solidFill>
                  <a:schemeClr val="accent5">
                    <a:lumMod val="50000"/>
                  </a:schemeClr>
                </a:solidFill>
                <a:latin typeface="Lexend"/>
                <a:ea typeface="Lexend"/>
                <a:cs typeface="Lexend"/>
                <a:sym typeface="Lexend"/>
              </a:rPr>
              <a:t>REQUISITOS FUNCIONAIS</a:t>
            </a:r>
          </a:p>
          <a:p>
            <a:pPr lvl="0" algn="ctr"/>
            <a:r>
              <a:rPr lang="pt-BR" sz="2500" dirty="0">
                <a:solidFill>
                  <a:schemeClr val="accent5">
                    <a:lumMod val="50000"/>
                  </a:schemeClr>
                </a:solidFill>
                <a:latin typeface="Lexend"/>
                <a:ea typeface="Lexend"/>
                <a:cs typeface="Lexend"/>
                <a:sym typeface="Lexend"/>
              </a:rPr>
              <a:t>(RF)</a:t>
            </a:r>
            <a:endParaRPr sz="2500" dirty="0">
              <a:solidFill>
                <a:schemeClr val="accent5">
                  <a:lumMod val="50000"/>
                </a:schemeClr>
              </a:solidFill>
              <a:latin typeface="Lexend"/>
              <a:ea typeface="Lexend"/>
              <a:cs typeface="Lexend"/>
              <a:sym typeface="Lexend"/>
            </a:endParaRPr>
          </a:p>
        </p:txBody>
      </p:sp>
      <p:sp>
        <p:nvSpPr>
          <p:cNvPr id="2" name="Google Shape;76;p3">
            <a:extLst>
              <a:ext uri="{FF2B5EF4-FFF2-40B4-BE49-F238E27FC236}">
                <a16:creationId xmlns:a16="http://schemas.microsoft.com/office/drawing/2014/main" id="{FD557887-DB11-DF0F-03A3-CC74D18FFEE5}"/>
              </a:ext>
            </a:extLst>
          </p:cNvPr>
          <p:cNvSpPr txBox="1"/>
          <p:nvPr/>
        </p:nvSpPr>
        <p:spPr>
          <a:xfrm>
            <a:off x="4877962" y="-98640"/>
            <a:ext cx="3789600" cy="184662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1200" b="1" dirty="0">
                <a:solidFill>
                  <a:schemeClr val="bg2">
                    <a:lumMod val="75000"/>
                  </a:schemeClr>
                </a:solidFill>
                <a:latin typeface="Lexend ExtraLight"/>
                <a:ea typeface="Lexend ExtraLight"/>
                <a:cs typeface="Lexend ExtraLight"/>
                <a:sym typeface="Lexend ExtraLight"/>
              </a:rPr>
              <a:t>DEVE SER</a:t>
            </a:r>
          </a:p>
          <a:p>
            <a:pPr marL="0" lvl="0" indent="0" algn="l" rtl="0">
              <a:spcBef>
                <a:spcPts val="0"/>
              </a:spcBef>
              <a:spcAft>
                <a:spcPts val="0"/>
              </a:spcAft>
              <a:buNone/>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Completo: Descrever toda a função esperada.</a:t>
            </a: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Claro: Não ambíguo, compreendido por cliente e desenvolvedor.</a:t>
            </a: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Consistente: Sem contradições com outros requisitos.</a:t>
            </a: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Testável: Deve poder ser verificado.</a:t>
            </a: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Rastreável: Vinculado ao objetivo do negócio.</a:t>
            </a:r>
          </a:p>
        </p:txBody>
      </p:sp>
      <p:pic>
        <p:nvPicPr>
          <p:cNvPr id="4" name="Picture 4" descr="Compreendendo os Requisitos de Software - Blog do Prof. Nilton">
            <a:extLst>
              <a:ext uri="{FF2B5EF4-FFF2-40B4-BE49-F238E27FC236}">
                <a16:creationId xmlns:a16="http://schemas.microsoft.com/office/drawing/2014/main" id="{AE66732F-8799-9A90-ADD1-F5E95AA0533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53001"/>
          <a:stretch>
            <a:fillRect/>
          </a:stretch>
        </p:blipFill>
        <p:spPr bwMode="auto">
          <a:xfrm>
            <a:off x="118475" y="2086864"/>
            <a:ext cx="8191500" cy="2417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4950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4026D06D-0F14-08D0-C153-5F530D833448}"/>
            </a:ext>
          </a:extLst>
        </p:cNvPr>
        <p:cNvGrpSpPr/>
        <p:nvPr/>
      </p:nvGrpSpPr>
      <p:grpSpPr>
        <a:xfrm>
          <a:off x="0" y="0"/>
          <a:ext cx="0" cy="0"/>
          <a:chOff x="0" y="0"/>
          <a:chExt cx="0" cy="0"/>
        </a:xfrm>
      </p:grpSpPr>
      <p:pic>
        <p:nvPicPr>
          <p:cNvPr id="72" name="Google Shape;72;p3" title="LOGO FAMA copiar.png">
            <a:extLst>
              <a:ext uri="{FF2B5EF4-FFF2-40B4-BE49-F238E27FC236}">
                <a16:creationId xmlns:a16="http://schemas.microsoft.com/office/drawing/2014/main" id="{02EC6AF6-5322-157B-5976-965C53090BC7}"/>
              </a:ext>
            </a:extLst>
          </p:cNvPr>
          <p:cNvPicPr preferRelativeResize="0"/>
          <p:nvPr/>
        </p:nvPicPr>
        <p:blipFill rotWithShape="1">
          <a:blip r:embed="rId3">
            <a:alphaModFix/>
          </a:blip>
          <a:srcRect/>
          <a:stretch/>
        </p:blipFill>
        <p:spPr>
          <a:xfrm>
            <a:off x="8114153" y="164900"/>
            <a:ext cx="889574" cy="268000"/>
          </a:xfrm>
          <a:prstGeom prst="rect">
            <a:avLst/>
          </a:prstGeom>
          <a:noFill/>
          <a:ln>
            <a:noFill/>
          </a:ln>
        </p:spPr>
      </p:pic>
      <p:pic>
        <p:nvPicPr>
          <p:cNvPr id="73" name="Google Shape;73;p3" title="02.png">
            <a:extLst>
              <a:ext uri="{FF2B5EF4-FFF2-40B4-BE49-F238E27FC236}">
                <a16:creationId xmlns:a16="http://schemas.microsoft.com/office/drawing/2014/main" id="{283877E3-18AB-DC7E-5987-3B53959215C1}"/>
              </a:ext>
            </a:extLst>
          </p:cNvPr>
          <p:cNvPicPr preferRelativeResize="0"/>
          <p:nvPr/>
        </p:nvPicPr>
        <p:blipFill>
          <a:blip r:embed="rId4">
            <a:alphaModFix/>
          </a:blip>
          <a:stretch>
            <a:fillRect/>
          </a:stretch>
        </p:blipFill>
        <p:spPr>
          <a:xfrm>
            <a:off x="0" y="0"/>
            <a:ext cx="9144000" cy="5143505"/>
          </a:xfrm>
          <a:prstGeom prst="rect">
            <a:avLst/>
          </a:prstGeom>
          <a:noFill/>
          <a:ln>
            <a:noFill/>
          </a:ln>
        </p:spPr>
      </p:pic>
      <p:sp>
        <p:nvSpPr>
          <p:cNvPr id="75" name="Google Shape;75;p3">
            <a:extLst>
              <a:ext uri="{FF2B5EF4-FFF2-40B4-BE49-F238E27FC236}">
                <a16:creationId xmlns:a16="http://schemas.microsoft.com/office/drawing/2014/main" id="{B7E788F9-FBEC-8F8C-5789-07AB2565DC3E}"/>
              </a:ext>
            </a:extLst>
          </p:cNvPr>
          <p:cNvSpPr txBox="1"/>
          <p:nvPr/>
        </p:nvSpPr>
        <p:spPr>
          <a:xfrm>
            <a:off x="315974" y="298900"/>
            <a:ext cx="5716964"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500" dirty="0">
                <a:solidFill>
                  <a:srgbClr val="00415A"/>
                </a:solidFill>
                <a:latin typeface="Lexend"/>
                <a:ea typeface="Lexend ExtraBold"/>
                <a:cs typeface="Lexend ExtraBold"/>
                <a:sym typeface="Lexend"/>
              </a:rPr>
              <a:t>Tipos de Requisitos </a:t>
            </a:r>
            <a:r>
              <a:rPr lang="pt-BR" sz="2500" dirty="0">
                <a:solidFill>
                  <a:srgbClr val="00415A"/>
                </a:solidFill>
                <a:latin typeface="Lexend ExtraBold"/>
                <a:ea typeface="Lexend ExtraBold"/>
                <a:cs typeface="Lexend ExtraBold"/>
                <a:sym typeface="Lexend ExtraBold"/>
              </a:rPr>
              <a:t>Funcionais</a:t>
            </a:r>
            <a:endParaRPr sz="2500" dirty="0">
              <a:solidFill>
                <a:srgbClr val="00415A"/>
              </a:solidFill>
              <a:latin typeface="Lexend ExtraBold"/>
              <a:ea typeface="Lexend ExtraBold"/>
              <a:cs typeface="Lexend ExtraBold"/>
              <a:sym typeface="Lexend ExtraBold"/>
            </a:endParaRPr>
          </a:p>
        </p:txBody>
      </p:sp>
      <p:sp>
        <p:nvSpPr>
          <p:cNvPr id="2" name="Google Shape;76;p3">
            <a:extLst>
              <a:ext uri="{FF2B5EF4-FFF2-40B4-BE49-F238E27FC236}">
                <a16:creationId xmlns:a16="http://schemas.microsoft.com/office/drawing/2014/main" id="{C8BB661B-5405-B5B6-7BE4-F380393462E6}"/>
              </a:ext>
            </a:extLst>
          </p:cNvPr>
          <p:cNvSpPr txBox="1"/>
          <p:nvPr/>
        </p:nvSpPr>
        <p:spPr>
          <a:xfrm>
            <a:off x="356972" y="1197056"/>
            <a:ext cx="4215028" cy="150807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b="1" dirty="0">
                <a:solidFill>
                  <a:schemeClr val="bg2">
                    <a:lumMod val="75000"/>
                  </a:schemeClr>
                </a:solidFill>
                <a:latin typeface="Lexend ExtraLight"/>
                <a:ea typeface="Lexend ExtraLight"/>
                <a:cs typeface="Lexend ExtraLight"/>
                <a:sym typeface="Lexend ExtraLight"/>
              </a:rPr>
              <a:t>REQUISITOS DE USUÁRIO</a:t>
            </a:r>
          </a:p>
          <a:p>
            <a:pPr marL="0" lvl="0" indent="0" algn="ctr" rtl="0">
              <a:spcBef>
                <a:spcPts val="0"/>
              </a:spcBef>
              <a:spcAft>
                <a:spcPts val="0"/>
              </a:spcAft>
              <a:buNone/>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Especificam funcionalidades vistas pelo usuário.</a:t>
            </a: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Escritos em linguagem natural ou diagramas.</a:t>
            </a:r>
          </a:p>
          <a:p>
            <a:pPr lvl="0" algn="l" rtl="0">
              <a:spcBef>
                <a:spcPts val="0"/>
              </a:spcBef>
              <a:spcAft>
                <a:spcPts val="0"/>
              </a:spcAft>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Exemplo: “O usuário deve poder redefinir sua senha via e-mail.”</a:t>
            </a:r>
          </a:p>
        </p:txBody>
      </p:sp>
      <p:pic>
        <p:nvPicPr>
          <p:cNvPr id="3" name="Picture 2" descr="Do requisito à user story">
            <a:extLst>
              <a:ext uri="{FF2B5EF4-FFF2-40B4-BE49-F238E27FC236}">
                <a16:creationId xmlns:a16="http://schemas.microsoft.com/office/drawing/2014/main" id="{86E3C01B-D77A-C0A3-693C-19F6D2EAE253}"/>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8750" b="94688" l="9763" r="89974">
                        <a14:foregroundMark x1="41513" y1="82500" x2="41865" y2="76250"/>
                        <a14:foregroundMark x1="28232" y1="93125" x2="28232" y2="93125"/>
                        <a14:foregroundMark x1="31398" y1="93438" x2="31398" y2="93438"/>
                        <a14:foregroundMark x1="54881" y1="51406" x2="46174" y2="43281"/>
                        <a14:foregroundMark x1="30871" y1="26094" x2="30871" y2="26094"/>
                        <a14:foregroundMark x1="25682" y1="17656" x2="25770" y2="15000"/>
                        <a14:foregroundMark x1="65963" y1="8906" x2="65963" y2="8906"/>
                        <a14:foregroundMark x1="50836" y1="77500" x2="46262" y2="71719"/>
                        <a14:foregroundMark x1="46262" y1="71719" x2="43975" y2="65938"/>
                        <a14:foregroundMark x1="53386" y1="94688" x2="53386" y2="94688"/>
                        <a14:foregroundMark x1="32894" y1="39375" x2="30959" y2="35938"/>
                        <a14:foregroundMark x1="72383" y1="86875" x2="72383" y2="86875"/>
                        <a14:foregroundMark x1="72296" y1="87813" x2="73175" y2="84219"/>
                        <a14:foregroundMark x1="70536" y1="86875" x2="72032" y2="88438"/>
                        <a14:foregroundMark x1="75022" y1="90156" x2="75022" y2="90156"/>
                        <a14:foregroundMark x1="74758" y1="90156" x2="74582" y2="89375"/>
                        <a14:foregroundMark x1="75286" y1="89375" x2="75286" y2="88125"/>
                        <a14:foregroundMark x1="42480" y1="29531" x2="37555" y2="23906"/>
                        <a14:foregroundMark x1="37555" y1="23906" x2="33597" y2="22969"/>
                      </a14:backgroundRemoval>
                    </a14:imgEffect>
                  </a14:imgLayer>
                </a14:imgProps>
              </a:ext>
              <a:ext uri="{28A0092B-C50C-407E-A947-70E740481C1C}">
                <a14:useLocalDpi xmlns:a14="http://schemas.microsoft.com/office/drawing/2010/main" val="0"/>
              </a:ext>
            </a:extLst>
          </a:blip>
          <a:srcRect l="22850" t="4636" r="22630" b="2468"/>
          <a:stretch>
            <a:fillRect/>
          </a:stretch>
        </p:blipFill>
        <p:spPr bwMode="auto">
          <a:xfrm>
            <a:off x="6308154" y="1951094"/>
            <a:ext cx="2695573" cy="25852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0304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056945DE-3BA4-7346-D2B6-A25A49808E2E}"/>
            </a:ext>
          </a:extLst>
        </p:cNvPr>
        <p:cNvGrpSpPr/>
        <p:nvPr/>
      </p:nvGrpSpPr>
      <p:grpSpPr>
        <a:xfrm>
          <a:off x="0" y="0"/>
          <a:ext cx="0" cy="0"/>
          <a:chOff x="0" y="0"/>
          <a:chExt cx="0" cy="0"/>
        </a:xfrm>
      </p:grpSpPr>
      <p:pic>
        <p:nvPicPr>
          <p:cNvPr id="72" name="Google Shape;72;p3" title="LOGO FAMA copiar.png">
            <a:extLst>
              <a:ext uri="{FF2B5EF4-FFF2-40B4-BE49-F238E27FC236}">
                <a16:creationId xmlns:a16="http://schemas.microsoft.com/office/drawing/2014/main" id="{BFCEB16E-F0D4-D9AD-5BFA-A8CE8B9EE166}"/>
              </a:ext>
            </a:extLst>
          </p:cNvPr>
          <p:cNvPicPr preferRelativeResize="0"/>
          <p:nvPr/>
        </p:nvPicPr>
        <p:blipFill rotWithShape="1">
          <a:blip r:embed="rId3">
            <a:alphaModFix/>
          </a:blip>
          <a:srcRect/>
          <a:stretch/>
        </p:blipFill>
        <p:spPr>
          <a:xfrm>
            <a:off x="8114153" y="164900"/>
            <a:ext cx="889574" cy="268000"/>
          </a:xfrm>
          <a:prstGeom prst="rect">
            <a:avLst/>
          </a:prstGeom>
          <a:noFill/>
          <a:ln>
            <a:noFill/>
          </a:ln>
        </p:spPr>
      </p:pic>
      <p:pic>
        <p:nvPicPr>
          <p:cNvPr id="73" name="Google Shape;73;p3" title="02.png">
            <a:extLst>
              <a:ext uri="{FF2B5EF4-FFF2-40B4-BE49-F238E27FC236}">
                <a16:creationId xmlns:a16="http://schemas.microsoft.com/office/drawing/2014/main" id="{E28FE55B-17F1-8441-24B0-264A40D1DCFF}"/>
              </a:ext>
            </a:extLst>
          </p:cNvPr>
          <p:cNvPicPr preferRelativeResize="0"/>
          <p:nvPr/>
        </p:nvPicPr>
        <p:blipFill>
          <a:blip r:embed="rId4">
            <a:alphaModFix/>
          </a:blip>
          <a:stretch>
            <a:fillRect/>
          </a:stretch>
        </p:blipFill>
        <p:spPr>
          <a:xfrm>
            <a:off x="0" y="0"/>
            <a:ext cx="9144000" cy="5143505"/>
          </a:xfrm>
          <a:prstGeom prst="rect">
            <a:avLst/>
          </a:prstGeom>
          <a:noFill/>
          <a:ln>
            <a:noFill/>
          </a:ln>
        </p:spPr>
      </p:pic>
      <p:sp>
        <p:nvSpPr>
          <p:cNvPr id="75" name="Google Shape;75;p3">
            <a:extLst>
              <a:ext uri="{FF2B5EF4-FFF2-40B4-BE49-F238E27FC236}">
                <a16:creationId xmlns:a16="http://schemas.microsoft.com/office/drawing/2014/main" id="{F9DF7874-78B1-5655-04A0-ECA94C791F8D}"/>
              </a:ext>
            </a:extLst>
          </p:cNvPr>
          <p:cNvSpPr txBox="1"/>
          <p:nvPr/>
        </p:nvSpPr>
        <p:spPr>
          <a:xfrm>
            <a:off x="315974" y="298900"/>
            <a:ext cx="5716964"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500" dirty="0">
                <a:solidFill>
                  <a:srgbClr val="00415A"/>
                </a:solidFill>
                <a:latin typeface="Lexend"/>
                <a:ea typeface="Lexend ExtraBold"/>
                <a:cs typeface="Lexend ExtraBold"/>
                <a:sym typeface="Lexend"/>
              </a:rPr>
              <a:t>Tipos de Requisitos </a:t>
            </a:r>
            <a:r>
              <a:rPr lang="pt-BR" sz="2500" dirty="0">
                <a:solidFill>
                  <a:srgbClr val="00415A"/>
                </a:solidFill>
                <a:latin typeface="Lexend ExtraBold"/>
                <a:ea typeface="Lexend ExtraBold"/>
                <a:cs typeface="Lexend ExtraBold"/>
                <a:sym typeface="Lexend ExtraBold"/>
              </a:rPr>
              <a:t>Funcionais</a:t>
            </a:r>
            <a:endParaRPr sz="2500" dirty="0">
              <a:solidFill>
                <a:srgbClr val="00415A"/>
              </a:solidFill>
              <a:latin typeface="Lexend ExtraBold"/>
              <a:ea typeface="Lexend ExtraBold"/>
              <a:cs typeface="Lexend ExtraBold"/>
              <a:sym typeface="Lexend ExtraBold"/>
            </a:endParaRPr>
          </a:p>
        </p:txBody>
      </p:sp>
      <p:sp>
        <p:nvSpPr>
          <p:cNvPr id="2" name="Google Shape;76;p3">
            <a:extLst>
              <a:ext uri="{FF2B5EF4-FFF2-40B4-BE49-F238E27FC236}">
                <a16:creationId xmlns:a16="http://schemas.microsoft.com/office/drawing/2014/main" id="{CA8E1AC0-A4C6-CB45-690E-2559A7DED6BD}"/>
              </a:ext>
            </a:extLst>
          </p:cNvPr>
          <p:cNvSpPr txBox="1"/>
          <p:nvPr/>
        </p:nvSpPr>
        <p:spPr>
          <a:xfrm>
            <a:off x="356971" y="1197056"/>
            <a:ext cx="4908711" cy="150807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b="1" dirty="0">
                <a:solidFill>
                  <a:schemeClr val="bg2">
                    <a:lumMod val="75000"/>
                  </a:schemeClr>
                </a:solidFill>
                <a:latin typeface="Lexend ExtraLight"/>
                <a:ea typeface="Lexend ExtraLight"/>
                <a:cs typeface="Lexend ExtraLight"/>
                <a:sym typeface="Lexend ExtraLight"/>
              </a:rPr>
              <a:t>REQUISITOS DE SISTEMA</a:t>
            </a:r>
          </a:p>
          <a:p>
            <a:pPr marL="0" lvl="0" indent="0" algn="ctr" rtl="0">
              <a:spcBef>
                <a:spcPts val="0"/>
              </a:spcBef>
              <a:spcAft>
                <a:spcPts val="0"/>
              </a:spcAft>
              <a:buNone/>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Descrevem funcionalidades internas do sistema como um todo.</a:t>
            </a:r>
          </a:p>
          <a:p>
            <a:pPr lvl="0" algn="l" rtl="0">
              <a:spcBef>
                <a:spcPts val="0"/>
              </a:spcBef>
              <a:spcAft>
                <a:spcPts val="0"/>
              </a:spcAft>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Exemplo: “O sistema deve calcular automaticamente o total da compra com base nos itens adicionados ao carrinho.”</a:t>
            </a:r>
          </a:p>
        </p:txBody>
      </p:sp>
      <p:pic>
        <p:nvPicPr>
          <p:cNvPr id="6146" name="Picture 2" descr="Demystifying Software Architecture Styles: A Comprehensive Overview">
            <a:extLst>
              <a:ext uri="{FF2B5EF4-FFF2-40B4-BE49-F238E27FC236}">
                <a16:creationId xmlns:a16="http://schemas.microsoft.com/office/drawing/2014/main" id="{17B1359C-EF9B-B874-A433-ED166F1B6E1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5632" t="2999" r="25747" b="5349"/>
          <a:stretch>
            <a:fillRect/>
          </a:stretch>
        </p:blipFill>
        <p:spPr bwMode="auto">
          <a:xfrm>
            <a:off x="5665241" y="2017967"/>
            <a:ext cx="3079913" cy="24855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6819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1215D051-16C4-30A7-5BED-0AD9B004F8F6}"/>
            </a:ext>
          </a:extLst>
        </p:cNvPr>
        <p:cNvGrpSpPr/>
        <p:nvPr/>
      </p:nvGrpSpPr>
      <p:grpSpPr>
        <a:xfrm>
          <a:off x="0" y="0"/>
          <a:ext cx="0" cy="0"/>
          <a:chOff x="0" y="0"/>
          <a:chExt cx="0" cy="0"/>
        </a:xfrm>
      </p:grpSpPr>
      <p:pic>
        <p:nvPicPr>
          <p:cNvPr id="72" name="Google Shape;72;p3" title="LOGO FAMA copiar.png">
            <a:extLst>
              <a:ext uri="{FF2B5EF4-FFF2-40B4-BE49-F238E27FC236}">
                <a16:creationId xmlns:a16="http://schemas.microsoft.com/office/drawing/2014/main" id="{42F8B44B-56D5-0A20-75D8-F219B053EE81}"/>
              </a:ext>
            </a:extLst>
          </p:cNvPr>
          <p:cNvPicPr preferRelativeResize="0"/>
          <p:nvPr/>
        </p:nvPicPr>
        <p:blipFill rotWithShape="1">
          <a:blip r:embed="rId3">
            <a:alphaModFix/>
          </a:blip>
          <a:srcRect/>
          <a:stretch/>
        </p:blipFill>
        <p:spPr>
          <a:xfrm>
            <a:off x="8114153" y="164900"/>
            <a:ext cx="889574" cy="268000"/>
          </a:xfrm>
          <a:prstGeom prst="rect">
            <a:avLst/>
          </a:prstGeom>
          <a:noFill/>
          <a:ln>
            <a:noFill/>
          </a:ln>
        </p:spPr>
      </p:pic>
      <p:pic>
        <p:nvPicPr>
          <p:cNvPr id="73" name="Google Shape;73;p3" title="02.png">
            <a:extLst>
              <a:ext uri="{FF2B5EF4-FFF2-40B4-BE49-F238E27FC236}">
                <a16:creationId xmlns:a16="http://schemas.microsoft.com/office/drawing/2014/main" id="{AC4A0F7F-29CE-F875-A97D-4775ACB10B5B}"/>
              </a:ext>
            </a:extLst>
          </p:cNvPr>
          <p:cNvPicPr preferRelativeResize="0"/>
          <p:nvPr/>
        </p:nvPicPr>
        <p:blipFill>
          <a:blip r:embed="rId4">
            <a:alphaModFix/>
          </a:blip>
          <a:stretch>
            <a:fillRect/>
          </a:stretch>
        </p:blipFill>
        <p:spPr>
          <a:xfrm>
            <a:off x="0" y="0"/>
            <a:ext cx="9144000" cy="5143505"/>
          </a:xfrm>
          <a:prstGeom prst="rect">
            <a:avLst/>
          </a:prstGeom>
          <a:noFill/>
          <a:ln>
            <a:noFill/>
          </a:ln>
        </p:spPr>
      </p:pic>
      <p:sp>
        <p:nvSpPr>
          <p:cNvPr id="75" name="Google Shape;75;p3">
            <a:extLst>
              <a:ext uri="{FF2B5EF4-FFF2-40B4-BE49-F238E27FC236}">
                <a16:creationId xmlns:a16="http://schemas.microsoft.com/office/drawing/2014/main" id="{175AD0A7-432B-C5B9-B4D2-EA4423F3946A}"/>
              </a:ext>
            </a:extLst>
          </p:cNvPr>
          <p:cNvSpPr txBox="1"/>
          <p:nvPr/>
        </p:nvSpPr>
        <p:spPr>
          <a:xfrm>
            <a:off x="315974" y="298900"/>
            <a:ext cx="5716964"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500" dirty="0">
                <a:solidFill>
                  <a:srgbClr val="00415A"/>
                </a:solidFill>
                <a:latin typeface="Lexend"/>
                <a:ea typeface="Lexend ExtraBold"/>
                <a:cs typeface="Lexend ExtraBold"/>
                <a:sym typeface="Lexend"/>
              </a:rPr>
              <a:t>Tipos de Requisitos </a:t>
            </a:r>
            <a:r>
              <a:rPr lang="pt-BR" sz="2500" dirty="0">
                <a:solidFill>
                  <a:srgbClr val="00415A"/>
                </a:solidFill>
                <a:latin typeface="Lexend ExtraBold"/>
                <a:ea typeface="Lexend ExtraBold"/>
                <a:cs typeface="Lexend ExtraBold"/>
                <a:sym typeface="Lexend ExtraBold"/>
              </a:rPr>
              <a:t>Funcionais</a:t>
            </a:r>
            <a:endParaRPr sz="2500" dirty="0">
              <a:solidFill>
                <a:srgbClr val="00415A"/>
              </a:solidFill>
              <a:latin typeface="Lexend ExtraBold"/>
              <a:ea typeface="Lexend ExtraBold"/>
              <a:cs typeface="Lexend ExtraBold"/>
              <a:sym typeface="Lexend ExtraBold"/>
            </a:endParaRPr>
          </a:p>
        </p:txBody>
      </p:sp>
      <p:sp>
        <p:nvSpPr>
          <p:cNvPr id="2" name="Google Shape;76;p3">
            <a:extLst>
              <a:ext uri="{FF2B5EF4-FFF2-40B4-BE49-F238E27FC236}">
                <a16:creationId xmlns:a16="http://schemas.microsoft.com/office/drawing/2014/main" id="{796E154E-9973-CF71-22E4-FAC6C2F89D0C}"/>
              </a:ext>
            </a:extLst>
          </p:cNvPr>
          <p:cNvSpPr txBox="1"/>
          <p:nvPr/>
        </p:nvSpPr>
        <p:spPr>
          <a:xfrm>
            <a:off x="356971" y="1197056"/>
            <a:ext cx="4908711" cy="150807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b="1" dirty="0">
                <a:solidFill>
                  <a:schemeClr val="bg2">
                    <a:lumMod val="75000"/>
                  </a:schemeClr>
                </a:solidFill>
                <a:latin typeface="Lexend ExtraLight"/>
                <a:ea typeface="Lexend ExtraLight"/>
                <a:cs typeface="Lexend ExtraLight"/>
                <a:sym typeface="Lexend ExtraLight"/>
              </a:rPr>
              <a:t>REQUISITOS DE INTERFACE</a:t>
            </a:r>
          </a:p>
          <a:p>
            <a:pPr marL="0" lvl="0" indent="0" algn="ctr" rtl="0">
              <a:spcBef>
                <a:spcPts val="0"/>
              </a:spcBef>
              <a:spcAft>
                <a:spcPts val="0"/>
              </a:spcAft>
              <a:buNone/>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Definem como o sistema interage com usuários ou outros sistemas.</a:t>
            </a:r>
          </a:p>
          <a:p>
            <a:pPr lvl="0" algn="l" rtl="0">
              <a:spcBef>
                <a:spcPts val="0"/>
              </a:spcBef>
              <a:spcAft>
                <a:spcPts val="0"/>
              </a:spcAft>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Exemplo: “O sistema deve disponibilizar uma API REST para integração com gateways de pagamento.”</a:t>
            </a:r>
          </a:p>
        </p:txBody>
      </p:sp>
      <p:pic>
        <p:nvPicPr>
          <p:cNvPr id="7172" name="Picture 4" descr="Software Modernization: How the Cloud-based software Delivers Scalability,  Security &amp; Innovation - Enliven Digital Content">
            <a:extLst>
              <a:ext uri="{FF2B5EF4-FFF2-40B4-BE49-F238E27FC236}">
                <a16:creationId xmlns:a16="http://schemas.microsoft.com/office/drawing/2014/main" id="{4B9A85BF-A317-C767-C98B-86E60F82244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414" r="8449" b="1165"/>
          <a:stretch>
            <a:fillRect/>
          </a:stretch>
        </p:blipFill>
        <p:spPr bwMode="auto">
          <a:xfrm>
            <a:off x="5359912" y="2019300"/>
            <a:ext cx="3573881" cy="2490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7214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4415D129-2545-EA84-4D5B-37AC626A89A6}"/>
            </a:ext>
          </a:extLst>
        </p:cNvPr>
        <p:cNvGrpSpPr/>
        <p:nvPr/>
      </p:nvGrpSpPr>
      <p:grpSpPr>
        <a:xfrm>
          <a:off x="0" y="0"/>
          <a:ext cx="0" cy="0"/>
          <a:chOff x="0" y="0"/>
          <a:chExt cx="0" cy="0"/>
        </a:xfrm>
      </p:grpSpPr>
      <p:pic>
        <p:nvPicPr>
          <p:cNvPr id="72" name="Google Shape;72;p3" title="LOGO FAMA copiar.png">
            <a:extLst>
              <a:ext uri="{FF2B5EF4-FFF2-40B4-BE49-F238E27FC236}">
                <a16:creationId xmlns:a16="http://schemas.microsoft.com/office/drawing/2014/main" id="{F3B3AF5F-D694-62A1-1BA0-071779137328}"/>
              </a:ext>
            </a:extLst>
          </p:cNvPr>
          <p:cNvPicPr preferRelativeResize="0"/>
          <p:nvPr/>
        </p:nvPicPr>
        <p:blipFill rotWithShape="1">
          <a:blip r:embed="rId3">
            <a:alphaModFix/>
          </a:blip>
          <a:srcRect/>
          <a:stretch/>
        </p:blipFill>
        <p:spPr>
          <a:xfrm>
            <a:off x="8114153" y="164900"/>
            <a:ext cx="889574" cy="268000"/>
          </a:xfrm>
          <a:prstGeom prst="rect">
            <a:avLst/>
          </a:prstGeom>
          <a:noFill/>
          <a:ln>
            <a:noFill/>
          </a:ln>
        </p:spPr>
      </p:pic>
      <p:pic>
        <p:nvPicPr>
          <p:cNvPr id="73" name="Google Shape;73;p3" title="02.png">
            <a:extLst>
              <a:ext uri="{FF2B5EF4-FFF2-40B4-BE49-F238E27FC236}">
                <a16:creationId xmlns:a16="http://schemas.microsoft.com/office/drawing/2014/main" id="{E227CFEB-E3F2-5A26-D607-C4DB7DCBD346}"/>
              </a:ext>
            </a:extLst>
          </p:cNvPr>
          <p:cNvPicPr preferRelativeResize="0"/>
          <p:nvPr/>
        </p:nvPicPr>
        <p:blipFill>
          <a:blip r:embed="rId4">
            <a:alphaModFix/>
          </a:blip>
          <a:stretch>
            <a:fillRect/>
          </a:stretch>
        </p:blipFill>
        <p:spPr>
          <a:xfrm>
            <a:off x="0" y="0"/>
            <a:ext cx="9144000" cy="5143505"/>
          </a:xfrm>
          <a:prstGeom prst="rect">
            <a:avLst/>
          </a:prstGeom>
          <a:noFill/>
          <a:ln>
            <a:noFill/>
          </a:ln>
        </p:spPr>
      </p:pic>
      <p:sp>
        <p:nvSpPr>
          <p:cNvPr id="75" name="Google Shape;75;p3">
            <a:extLst>
              <a:ext uri="{FF2B5EF4-FFF2-40B4-BE49-F238E27FC236}">
                <a16:creationId xmlns:a16="http://schemas.microsoft.com/office/drawing/2014/main" id="{13BA3A86-8BF2-02F1-53AE-36AF6B8743CD}"/>
              </a:ext>
            </a:extLst>
          </p:cNvPr>
          <p:cNvSpPr txBox="1"/>
          <p:nvPr/>
        </p:nvSpPr>
        <p:spPr>
          <a:xfrm>
            <a:off x="315974" y="298900"/>
            <a:ext cx="5716964"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500" dirty="0">
                <a:solidFill>
                  <a:srgbClr val="00415A"/>
                </a:solidFill>
                <a:latin typeface="Lexend"/>
                <a:ea typeface="Lexend ExtraBold"/>
                <a:cs typeface="Lexend ExtraBold"/>
                <a:sym typeface="Lexend"/>
              </a:rPr>
              <a:t>Tipos de Requisitos </a:t>
            </a:r>
            <a:r>
              <a:rPr lang="pt-BR" sz="2500" dirty="0">
                <a:solidFill>
                  <a:srgbClr val="00415A"/>
                </a:solidFill>
                <a:latin typeface="Lexend ExtraBold"/>
                <a:ea typeface="Lexend ExtraBold"/>
                <a:cs typeface="Lexend ExtraBold"/>
                <a:sym typeface="Lexend ExtraBold"/>
              </a:rPr>
              <a:t>Funcionais</a:t>
            </a:r>
            <a:endParaRPr sz="2500" dirty="0">
              <a:solidFill>
                <a:srgbClr val="00415A"/>
              </a:solidFill>
              <a:latin typeface="Lexend ExtraBold"/>
              <a:ea typeface="Lexend ExtraBold"/>
              <a:cs typeface="Lexend ExtraBold"/>
              <a:sym typeface="Lexend ExtraBold"/>
            </a:endParaRPr>
          </a:p>
        </p:txBody>
      </p:sp>
      <p:sp>
        <p:nvSpPr>
          <p:cNvPr id="2" name="Google Shape;76;p3">
            <a:extLst>
              <a:ext uri="{FF2B5EF4-FFF2-40B4-BE49-F238E27FC236}">
                <a16:creationId xmlns:a16="http://schemas.microsoft.com/office/drawing/2014/main" id="{DFB80E6A-968C-D03C-8364-EA6BF3C9373B}"/>
              </a:ext>
            </a:extLst>
          </p:cNvPr>
          <p:cNvSpPr txBox="1"/>
          <p:nvPr/>
        </p:nvSpPr>
        <p:spPr>
          <a:xfrm>
            <a:off x="356971" y="1197056"/>
            <a:ext cx="4908711" cy="150807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b="1" dirty="0">
                <a:solidFill>
                  <a:schemeClr val="bg2">
                    <a:lumMod val="75000"/>
                  </a:schemeClr>
                </a:solidFill>
                <a:latin typeface="Lexend ExtraLight"/>
                <a:ea typeface="Lexend ExtraLight"/>
                <a:cs typeface="Lexend ExtraLight"/>
                <a:sym typeface="Lexend ExtraLight"/>
              </a:rPr>
              <a:t>REQUISITOS DE PROCESSAMENTO DE DADOS</a:t>
            </a:r>
          </a:p>
          <a:p>
            <a:pPr marL="0" lvl="0" indent="0" algn="ctr" rtl="0">
              <a:spcBef>
                <a:spcPts val="0"/>
              </a:spcBef>
              <a:spcAft>
                <a:spcPts val="0"/>
              </a:spcAft>
              <a:buNone/>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Relacionados a manipulação de dados (entrada, transformação, saída).</a:t>
            </a:r>
          </a:p>
          <a:p>
            <a:pPr lvl="0" algn="l" rtl="0">
              <a:spcBef>
                <a:spcPts val="0"/>
              </a:spcBef>
              <a:spcAft>
                <a:spcPts val="0"/>
              </a:spcAft>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Exemplo: “O sistema deve gerar relatório mensal em PDF das vendas realizadas.”</a:t>
            </a:r>
          </a:p>
        </p:txBody>
      </p:sp>
      <p:pic>
        <p:nvPicPr>
          <p:cNvPr id="8194" name="Picture 2" descr="Assessing and Enhancing System Scalability - REEA GLOBAL">
            <a:extLst>
              <a:ext uri="{FF2B5EF4-FFF2-40B4-BE49-F238E27FC236}">
                <a16:creationId xmlns:a16="http://schemas.microsoft.com/office/drawing/2014/main" id="{F082CF76-EC9D-B3FD-2B64-BA9DABCA726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752" t="14630" r="5673" b="5811"/>
          <a:stretch>
            <a:fillRect/>
          </a:stretch>
        </p:blipFill>
        <p:spPr bwMode="auto">
          <a:xfrm>
            <a:off x="5366154" y="1933574"/>
            <a:ext cx="3777846" cy="2634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5558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27FCB5EF-6903-B04F-35E1-DB6F52D086F0}"/>
            </a:ext>
          </a:extLst>
        </p:cNvPr>
        <p:cNvGrpSpPr/>
        <p:nvPr/>
      </p:nvGrpSpPr>
      <p:grpSpPr>
        <a:xfrm>
          <a:off x="0" y="0"/>
          <a:ext cx="0" cy="0"/>
          <a:chOff x="0" y="0"/>
          <a:chExt cx="0" cy="0"/>
        </a:xfrm>
      </p:grpSpPr>
      <p:pic>
        <p:nvPicPr>
          <p:cNvPr id="72" name="Google Shape;72;p3" title="LOGO FAMA copiar.png">
            <a:extLst>
              <a:ext uri="{FF2B5EF4-FFF2-40B4-BE49-F238E27FC236}">
                <a16:creationId xmlns:a16="http://schemas.microsoft.com/office/drawing/2014/main" id="{F2F9BCEB-17B2-0747-AABB-5AD88FD87744}"/>
              </a:ext>
            </a:extLst>
          </p:cNvPr>
          <p:cNvPicPr preferRelativeResize="0"/>
          <p:nvPr/>
        </p:nvPicPr>
        <p:blipFill rotWithShape="1">
          <a:blip r:embed="rId3">
            <a:alphaModFix/>
          </a:blip>
          <a:srcRect/>
          <a:stretch/>
        </p:blipFill>
        <p:spPr>
          <a:xfrm>
            <a:off x="8114153" y="164900"/>
            <a:ext cx="889574" cy="268000"/>
          </a:xfrm>
          <a:prstGeom prst="rect">
            <a:avLst/>
          </a:prstGeom>
          <a:noFill/>
          <a:ln>
            <a:noFill/>
          </a:ln>
        </p:spPr>
      </p:pic>
      <p:pic>
        <p:nvPicPr>
          <p:cNvPr id="73" name="Google Shape;73;p3" title="02.png">
            <a:extLst>
              <a:ext uri="{FF2B5EF4-FFF2-40B4-BE49-F238E27FC236}">
                <a16:creationId xmlns:a16="http://schemas.microsoft.com/office/drawing/2014/main" id="{FD46BA67-2F07-AB08-7741-B3E69DCC8423}"/>
              </a:ext>
            </a:extLst>
          </p:cNvPr>
          <p:cNvPicPr preferRelativeResize="0"/>
          <p:nvPr/>
        </p:nvPicPr>
        <p:blipFill>
          <a:blip r:embed="rId4">
            <a:alphaModFix/>
          </a:blip>
          <a:stretch>
            <a:fillRect/>
          </a:stretch>
        </p:blipFill>
        <p:spPr>
          <a:xfrm>
            <a:off x="0" y="0"/>
            <a:ext cx="9144000" cy="5143505"/>
          </a:xfrm>
          <a:prstGeom prst="rect">
            <a:avLst/>
          </a:prstGeom>
          <a:noFill/>
          <a:ln>
            <a:noFill/>
          </a:ln>
        </p:spPr>
      </p:pic>
      <p:sp>
        <p:nvSpPr>
          <p:cNvPr id="75" name="Google Shape;75;p3">
            <a:extLst>
              <a:ext uri="{FF2B5EF4-FFF2-40B4-BE49-F238E27FC236}">
                <a16:creationId xmlns:a16="http://schemas.microsoft.com/office/drawing/2014/main" id="{9FBD8B1B-B80F-2AA5-7DAC-A441D9BFE89A}"/>
              </a:ext>
            </a:extLst>
          </p:cNvPr>
          <p:cNvSpPr txBox="1"/>
          <p:nvPr/>
        </p:nvSpPr>
        <p:spPr>
          <a:xfrm>
            <a:off x="315974" y="298900"/>
            <a:ext cx="5716964"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500" dirty="0">
                <a:solidFill>
                  <a:srgbClr val="00415A"/>
                </a:solidFill>
                <a:latin typeface="Lexend"/>
                <a:ea typeface="Lexend ExtraBold"/>
                <a:cs typeface="Lexend ExtraBold"/>
                <a:sym typeface="Lexend"/>
              </a:rPr>
              <a:t>Tipos de Requisitos </a:t>
            </a:r>
            <a:r>
              <a:rPr lang="pt-BR" sz="2500" dirty="0">
                <a:solidFill>
                  <a:srgbClr val="00415A"/>
                </a:solidFill>
                <a:latin typeface="Lexend ExtraBold"/>
                <a:ea typeface="Lexend ExtraBold"/>
                <a:cs typeface="Lexend ExtraBold"/>
                <a:sym typeface="Lexend ExtraBold"/>
              </a:rPr>
              <a:t>Funcionais</a:t>
            </a:r>
            <a:endParaRPr sz="2500" dirty="0">
              <a:solidFill>
                <a:srgbClr val="00415A"/>
              </a:solidFill>
              <a:latin typeface="Lexend ExtraBold"/>
              <a:ea typeface="Lexend ExtraBold"/>
              <a:cs typeface="Lexend ExtraBold"/>
              <a:sym typeface="Lexend ExtraBold"/>
            </a:endParaRPr>
          </a:p>
        </p:txBody>
      </p:sp>
      <p:sp>
        <p:nvSpPr>
          <p:cNvPr id="2" name="Google Shape;76;p3">
            <a:extLst>
              <a:ext uri="{FF2B5EF4-FFF2-40B4-BE49-F238E27FC236}">
                <a16:creationId xmlns:a16="http://schemas.microsoft.com/office/drawing/2014/main" id="{F911E4AC-83C3-C8E2-54A0-A7C2BFD06827}"/>
              </a:ext>
            </a:extLst>
          </p:cNvPr>
          <p:cNvSpPr txBox="1"/>
          <p:nvPr/>
        </p:nvSpPr>
        <p:spPr>
          <a:xfrm>
            <a:off x="356971" y="1197056"/>
            <a:ext cx="4908711" cy="132340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b="1" dirty="0">
                <a:solidFill>
                  <a:schemeClr val="bg2">
                    <a:lumMod val="75000"/>
                  </a:schemeClr>
                </a:solidFill>
                <a:latin typeface="Lexend ExtraLight"/>
                <a:ea typeface="Lexend ExtraLight"/>
                <a:cs typeface="Lexend ExtraLight"/>
                <a:sym typeface="Lexend ExtraLight"/>
              </a:rPr>
              <a:t>REQUISITOS DE SEGURANÇA FUNCIONAL</a:t>
            </a:r>
          </a:p>
          <a:p>
            <a:pPr marL="0" lvl="0" indent="0" algn="ctr" rtl="0">
              <a:spcBef>
                <a:spcPts val="0"/>
              </a:spcBef>
              <a:spcAft>
                <a:spcPts val="0"/>
              </a:spcAft>
              <a:buNone/>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Definem funções específicas para proteger o sistema.</a:t>
            </a:r>
          </a:p>
          <a:p>
            <a:pPr lvl="0" algn="l" rtl="0">
              <a:spcBef>
                <a:spcPts val="0"/>
              </a:spcBef>
              <a:spcAft>
                <a:spcPts val="0"/>
              </a:spcAft>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Exemplo: Exemplo: “O sistema deve exigir autenticação de dois fatores no login.”</a:t>
            </a:r>
          </a:p>
        </p:txBody>
      </p:sp>
      <p:pic>
        <p:nvPicPr>
          <p:cNvPr id="9218" name="Picture 2">
            <a:extLst>
              <a:ext uri="{FF2B5EF4-FFF2-40B4-BE49-F238E27FC236}">
                <a16:creationId xmlns:a16="http://schemas.microsoft.com/office/drawing/2014/main" id="{C73DBCFF-62A3-9A2F-90BD-E863E3B8965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0417" t="4332" r="17500" b="5303"/>
          <a:stretch>
            <a:fillRect/>
          </a:stretch>
        </p:blipFill>
        <p:spPr bwMode="auto">
          <a:xfrm>
            <a:off x="5808367" y="2019250"/>
            <a:ext cx="2659358" cy="2448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4270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51AE5719-9857-9DF2-239A-171BFD4AC12D}"/>
            </a:ext>
          </a:extLst>
        </p:cNvPr>
        <p:cNvGrpSpPr/>
        <p:nvPr/>
      </p:nvGrpSpPr>
      <p:grpSpPr>
        <a:xfrm>
          <a:off x="0" y="0"/>
          <a:ext cx="0" cy="0"/>
          <a:chOff x="0" y="0"/>
          <a:chExt cx="0" cy="0"/>
        </a:xfrm>
      </p:grpSpPr>
      <p:pic>
        <p:nvPicPr>
          <p:cNvPr id="7" name="Google Shape;63;p2" title="01.png">
            <a:extLst>
              <a:ext uri="{FF2B5EF4-FFF2-40B4-BE49-F238E27FC236}">
                <a16:creationId xmlns:a16="http://schemas.microsoft.com/office/drawing/2014/main" id="{76A3383C-4DFB-50B3-F336-1244946A4FEE}"/>
              </a:ext>
            </a:extLst>
          </p:cNvPr>
          <p:cNvPicPr preferRelativeResize="0"/>
          <p:nvPr/>
        </p:nvPicPr>
        <p:blipFill>
          <a:blip r:embed="rId3">
            <a:alphaModFix/>
          </a:blip>
          <a:stretch>
            <a:fillRect/>
          </a:stretch>
        </p:blipFill>
        <p:spPr>
          <a:xfrm>
            <a:off x="0" y="0"/>
            <a:ext cx="9144000" cy="5143503"/>
          </a:xfrm>
          <a:prstGeom prst="rect">
            <a:avLst/>
          </a:prstGeom>
          <a:noFill/>
          <a:ln>
            <a:noFill/>
          </a:ln>
        </p:spPr>
      </p:pic>
      <p:sp>
        <p:nvSpPr>
          <p:cNvPr id="75" name="Google Shape;75;p3">
            <a:extLst>
              <a:ext uri="{FF2B5EF4-FFF2-40B4-BE49-F238E27FC236}">
                <a16:creationId xmlns:a16="http://schemas.microsoft.com/office/drawing/2014/main" id="{670350D4-859F-C0F4-8252-2B25C41C6016}"/>
              </a:ext>
            </a:extLst>
          </p:cNvPr>
          <p:cNvSpPr txBox="1"/>
          <p:nvPr/>
        </p:nvSpPr>
        <p:spPr>
          <a:xfrm>
            <a:off x="0" y="0"/>
            <a:ext cx="3143250" cy="133879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500" dirty="0">
                <a:solidFill>
                  <a:srgbClr val="00415A"/>
                </a:solidFill>
                <a:latin typeface="Lexend"/>
                <a:ea typeface="Lexend ExtraBold"/>
                <a:cs typeface="Lexend ExtraBold"/>
                <a:sym typeface="Lexend"/>
              </a:rPr>
              <a:t>Como Especificar Requisitos </a:t>
            </a:r>
            <a:r>
              <a:rPr lang="pt-BR" sz="2500" dirty="0">
                <a:solidFill>
                  <a:srgbClr val="00415A"/>
                </a:solidFill>
                <a:latin typeface="Lexend ExtraBold"/>
                <a:ea typeface="Lexend ExtraBold"/>
                <a:cs typeface="Lexend ExtraBold"/>
                <a:sym typeface="Lexend ExtraBold"/>
              </a:rPr>
              <a:t>Funcionais</a:t>
            </a:r>
            <a:endParaRPr sz="2500" dirty="0">
              <a:solidFill>
                <a:srgbClr val="00415A"/>
              </a:solidFill>
              <a:latin typeface="Lexend ExtraBold"/>
              <a:ea typeface="Lexend ExtraBold"/>
              <a:cs typeface="Lexend ExtraBold"/>
              <a:sym typeface="Lexend ExtraBold"/>
            </a:endParaRPr>
          </a:p>
        </p:txBody>
      </p:sp>
      <p:sp>
        <p:nvSpPr>
          <p:cNvPr id="8" name="Google Shape;76;p3">
            <a:extLst>
              <a:ext uri="{FF2B5EF4-FFF2-40B4-BE49-F238E27FC236}">
                <a16:creationId xmlns:a16="http://schemas.microsoft.com/office/drawing/2014/main" id="{AAB7E73B-CCD5-EAF6-EB06-719C0FD44CF6}"/>
              </a:ext>
            </a:extLst>
          </p:cNvPr>
          <p:cNvSpPr txBox="1"/>
          <p:nvPr/>
        </p:nvSpPr>
        <p:spPr>
          <a:xfrm>
            <a:off x="178296" y="1338798"/>
            <a:ext cx="4215028" cy="954077"/>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b="1" dirty="0">
                <a:solidFill>
                  <a:schemeClr val="bg2">
                    <a:lumMod val="75000"/>
                  </a:schemeClr>
                </a:solidFill>
                <a:latin typeface="Lexend ExtraLight"/>
                <a:ea typeface="Lexend ExtraLight"/>
                <a:cs typeface="Lexend ExtraLight"/>
                <a:sym typeface="Lexend ExtraLight"/>
              </a:rPr>
              <a:t>LINGUAGEM NATURAL</a:t>
            </a:r>
          </a:p>
          <a:p>
            <a:pPr marL="0" lvl="0" indent="0" algn="ctr" rtl="0">
              <a:spcBef>
                <a:spcPts val="0"/>
              </a:spcBef>
              <a:spcAft>
                <a:spcPts val="0"/>
              </a:spcAft>
              <a:buNone/>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Descrição textual simples → acessível ao cliente, mas pode gerar ambiguidades.</a:t>
            </a:r>
          </a:p>
        </p:txBody>
      </p:sp>
      <p:pic>
        <p:nvPicPr>
          <p:cNvPr id="4102" name="Picture 6" descr="ícone de cor rgb de acordo. documento oficial. arranjo formal. tratado  jurídico. requisitos e regras. ilustração vetorial isolado. desenho de  linha preenchido simples. traço editável. fonte arial usada 5619919 Vetor  no Vecteezy">
            <a:extLst>
              <a:ext uri="{FF2B5EF4-FFF2-40B4-BE49-F238E27FC236}">
                <a16:creationId xmlns:a16="http://schemas.microsoft.com/office/drawing/2014/main" id="{19249FAF-21A0-38C3-9704-F9EB14F8370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742" t="20434" r="25216" b="31954"/>
          <a:stretch>
            <a:fillRect/>
          </a:stretch>
        </p:blipFill>
        <p:spPr bwMode="auto">
          <a:xfrm>
            <a:off x="178296" y="2223287"/>
            <a:ext cx="822465" cy="798476"/>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76;p3">
            <a:extLst>
              <a:ext uri="{FF2B5EF4-FFF2-40B4-BE49-F238E27FC236}">
                <a16:creationId xmlns:a16="http://schemas.microsoft.com/office/drawing/2014/main" id="{3B179C58-366C-F248-0F57-1AA0995A59BE}"/>
              </a:ext>
            </a:extLst>
          </p:cNvPr>
          <p:cNvSpPr txBox="1"/>
          <p:nvPr/>
        </p:nvSpPr>
        <p:spPr>
          <a:xfrm>
            <a:off x="1571625" y="3591009"/>
            <a:ext cx="4215028" cy="954077"/>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b="1" dirty="0">
                <a:solidFill>
                  <a:schemeClr val="bg2">
                    <a:lumMod val="75000"/>
                  </a:schemeClr>
                </a:solidFill>
                <a:latin typeface="Lexend ExtraLight"/>
                <a:ea typeface="Lexend ExtraLight"/>
                <a:cs typeface="Lexend ExtraLight"/>
                <a:sym typeface="Lexend ExtraLight"/>
              </a:rPr>
              <a:t>CASOS DE USO (UML)</a:t>
            </a:r>
          </a:p>
          <a:p>
            <a:pPr marL="0" lvl="0" indent="0" algn="ctr" rtl="0">
              <a:spcBef>
                <a:spcPts val="0"/>
              </a:spcBef>
              <a:spcAft>
                <a:spcPts val="0"/>
              </a:spcAft>
              <a:buNone/>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Mostram atores e funções em diagramas.</a:t>
            </a: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Exemplo: Ator Cliente → “Realizar Pedido”.</a:t>
            </a:r>
          </a:p>
        </p:txBody>
      </p:sp>
      <p:pic>
        <p:nvPicPr>
          <p:cNvPr id="4106" name="Picture 10" descr="Diagrama de Caso de Uso - Delivery - Arquitetura - GUJ">
            <a:extLst>
              <a:ext uri="{FF2B5EF4-FFF2-40B4-BE49-F238E27FC236}">
                <a16:creationId xmlns:a16="http://schemas.microsoft.com/office/drawing/2014/main" id="{4C67326E-4EB5-36AC-0395-72EE8467E5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5477" y="1052331"/>
            <a:ext cx="4067503" cy="34717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6689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FEF7FD3E-843D-1A29-DB2F-BFF984B423DE}"/>
            </a:ext>
          </a:extLst>
        </p:cNvPr>
        <p:cNvGrpSpPr/>
        <p:nvPr/>
      </p:nvGrpSpPr>
      <p:grpSpPr>
        <a:xfrm>
          <a:off x="0" y="0"/>
          <a:ext cx="0" cy="0"/>
          <a:chOff x="0" y="0"/>
          <a:chExt cx="0" cy="0"/>
        </a:xfrm>
      </p:grpSpPr>
      <p:pic>
        <p:nvPicPr>
          <p:cNvPr id="7" name="Google Shape;63;p2" title="01.png">
            <a:extLst>
              <a:ext uri="{FF2B5EF4-FFF2-40B4-BE49-F238E27FC236}">
                <a16:creationId xmlns:a16="http://schemas.microsoft.com/office/drawing/2014/main" id="{9B921911-D2B7-8DB9-1A24-5A1E92DAA5FF}"/>
              </a:ext>
            </a:extLst>
          </p:cNvPr>
          <p:cNvPicPr preferRelativeResize="0"/>
          <p:nvPr/>
        </p:nvPicPr>
        <p:blipFill>
          <a:blip r:embed="rId3">
            <a:alphaModFix/>
          </a:blip>
          <a:stretch>
            <a:fillRect/>
          </a:stretch>
        </p:blipFill>
        <p:spPr>
          <a:xfrm>
            <a:off x="0" y="0"/>
            <a:ext cx="9144000" cy="5143503"/>
          </a:xfrm>
          <a:prstGeom prst="rect">
            <a:avLst/>
          </a:prstGeom>
          <a:noFill/>
          <a:ln>
            <a:noFill/>
          </a:ln>
        </p:spPr>
      </p:pic>
      <p:sp>
        <p:nvSpPr>
          <p:cNvPr id="75" name="Google Shape;75;p3">
            <a:extLst>
              <a:ext uri="{FF2B5EF4-FFF2-40B4-BE49-F238E27FC236}">
                <a16:creationId xmlns:a16="http://schemas.microsoft.com/office/drawing/2014/main" id="{17BFB4E5-4425-0410-89A6-ACC76875C2D9}"/>
              </a:ext>
            </a:extLst>
          </p:cNvPr>
          <p:cNvSpPr txBox="1"/>
          <p:nvPr/>
        </p:nvSpPr>
        <p:spPr>
          <a:xfrm>
            <a:off x="0" y="0"/>
            <a:ext cx="3143250" cy="133879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500" dirty="0">
                <a:solidFill>
                  <a:srgbClr val="00415A"/>
                </a:solidFill>
                <a:latin typeface="Lexend"/>
                <a:ea typeface="Lexend ExtraBold"/>
                <a:cs typeface="Lexend ExtraBold"/>
                <a:sym typeface="Lexend"/>
              </a:rPr>
              <a:t>Como Especificar Requisitos </a:t>
            </a:r>
            <a:r>
              <a:rPr lang="pt-BR" sz="2500" dirty="0">
                <a:solidFill>
                  <a:srgbClr val="00415A"/>
                </a:solidFill>
                <a:latin typeface="Lexend ExtraBold"/>
                <a:ea typeface="Lexend ExtraBold"/>
                <a:cs typeface="Lexend ExtraBold"/>
                <a:sym typeface="Lexend ExtraBold"/>
              </a:rPr>
              <a:t>Funcionais</a:t>
            </a:r>
            <a:endParaRPr sz="2500" dirty="0">
              <a:solidFill>
                <a:srgbClr val="00415A"/>
              </a:solidFill>
              <a:latin typeface="Lexend ExtraBold"/>
              <a:ea typeface="Lexend ExtraBold"/>
              <a:cs typeface="Lexend ExtraBold"/>
              <a:sym typeface="Lexend ExtraBold"/>
            </a:endParaRPr>
          </a:p>
        </p:txBody>
      </p:sp>
      <p:sp>
        <p:nvSpPr>
          <p:cNvPr id="8" name="Google Shape;76;p3">
            <a:extLst>
              <a:ext uri="{FF2B5EF4-FFF2-40B4-BE49-F238E27FC236}">
                <a16:creationId xmlns:a16="http://schemas.microsoft.com/office/drawing/2014/main" id="{A223FAE2-44ED-8832-B6D9-4239171D384C}"/>
              </a:ext>
            </a:extLst>
          </p:cNvPr>
          <p:cNvSpPr txBox="1"/>
          <p:nvPr/>
        </p:nvSpPr>
        <p:spPr>
          <a:xfrm>
            <a:off x="30495" y="1338798"/>
            <a:ext cx="5970257" cy="113874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b="1" dirty="0">
                <a:solidFill>
                  <a:schemeClr val="bg2">
                    <a:lumMod val="75000"/>
                  </a:schemeClr>
                </a:solidFill>
                <a:latin typeface="Lexend ExtraLight"/>
                <a:ea typeface="Lexend ExtraLight"/>
                <a:cs typeface="Lexend ExtraLight"/>
                <a:sym typeface="Lexend ExtraLight"/>
              </a:rPr>
              <a:t>HISTÓRIAS DE USUÁRIO (ÁGIL)</a:t>
            </a:r>
          </a:p>
          <a:p>
            <a:pPr marL="0" lvl="0" indent="0" algn="ctr" rtl="0">
              <a:spcBef>
                <a:spcPts val="0"/>
              </a:spcBef>
              <a:spcAft>
                <a:spcPts val="0"/>
              </a:spcAft>
              <a:buNone/>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buFontTx/>
              <a:buChar char="-"/>
            </a:pPr>
            <a:r>
              <a:rPr lang="pt-BR" sz="1200" dirty="0">
                <a:solidFill>
                  <a:schemeClr val="bg2">
                    <a:lumMod val="75000"/>
                  </a:schemeClr>
                </a:solidFill>
                <a:latin typeface="Lexend ExtraLight"/>
                <a:ea typeface="Lexend ExtraLight"/>
                <a:cs typeface="Lexend ExtraLight"/>
                <a:sym typeface="Lexend ExtraLight"/>
              </a:rPr>
              <a:t>Escritas no formato: </a:t>
            </a:r>
            <a:r>
              <a:rPr lang="pt-BR" sz="1200" dirty="0">
                <a:solidFill>
                  <a:schemeClr val="bg2">
                    <a:lumMod val="75000"/>
                  </a:schemeClr>
                </a:solidFill>
                <a:latin typeface="Lexend ExtraLight"/>
              </a:rPr>
              <a:t>“Como [usuário], eu quero [função], para [benefício].”</a:t>
            </a:r>
          </a:p>
          <a:p>
            <a:pPr marL="171450" lvl="0" indent="-171450">
              <a:buFontTx/>
              <a:buChar char="-"/>
            </a:pPr>
            <a:r>
              <a:rPr lang="pt-BR" sz="1200" dirty="0">
                <a:solidFill>
                  <a:schemeClr val="bg2">
                    <a:lumMod val="75000"/>
                  </a:schemeClr>
                </a:solidFill>
                <a:latin typeface="Lexend ExtraLight"/>
                <a:sym typeface="Lexend ExtraLight"/>
              </a:rPr>
              <a:t>Exemplo: “Como cliente, quero salvar meu cartão de crédito, para não precisar digitá-lo em futuras compras.”</a:t>
            </a:r>
          </a:p>
        </p:txBody>
      </p:sp>
      <p:sp>
        <p:nvSpPr>
          <p:cNvPr id="9" name="Google Shape;76;p3">
            <a:extLst>
              <a:ext uri="{FF2B5EF4-FFF2-40B4-BE49-F238E27FC236}">
                <a16:creationId xmlns:a16="http://schemas.microsoft.com/office/drawing/2014/main" id="{8039455B-8168-C30C-1FAB-7CD902D7EDFF}"/>
              </a:ext>
            </a:extLst>
          </p:cNvPr>
          <p:cNvSpPr txBox="1"/>
          <p:nvPr/>
        </p:nvSpPr>
        <p:spPr>
          <a:xfrm>
            <a:off x="0" y="2677596"/>
            <a:ext cx="5786653" cy="769411"/>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b="1" dirty="0">
                <a:solidFill>
                  <a:schemeClr val="bg2">
                    <a:lumMod val="75000"/>
                  </a:schemeClr>
                </a:solidFill>
                <a:latin typeface="Lexend ExtraLight"/>
                <a:ea typeface="Lexend ExtraLight"/>
                <a:cs typeface="Lexend ExtraLight"/>
                <a:sym typeface="Lexend ExtraLight"/>
              </a:rPr>
              <a:t>PROTÓTIPOS</a:t>
            </a:r>
          </a:p>
          <a:p>
            <a:pPr marL="0" lvl="0" indent="0" algn="ctr" rtl="0">
              <a:spcBef>
                <a:spcPts val="0"/>
              </a:spcBef>
              <a:spcAft>
                <a:spcPts val="0"/>
              </a:spcAft>
              <a:buNone/>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Modelos visuais de telas para validar requisitos antes da codificação.</a:t>
            </a:r>
          </a:p>
        </p:txBody>
      </p:sp>
      <p:pic>
        <p:nvPicPr>
          <p:cNvPr id="10244" name="Picture 4" descr="Design de interface do usuário, design, design de interface de usuário,  texto, desenho animado png | PNGWing">
            <a:extLst>
              <a:ext uri="{FF2B5EF4-FFF2-40B4-BE49-F238E27FC236}">
                <a16:creationId xmlns:a16="http://schemas.microsoft.com/office/drawing/2014/main" id="{A7174857-7CA6-418D-1F4A-B6B7429472E7}"/>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foregroundMark x1="43696" y1="48367" x2="52500" y2="51131"/>
                        <a14:foregroundMark x1="52500" y1="51131" x2="54457" y2="46734"/>
                        <a14:foregroundMark x1="41739" y1="47864" x2="48261" y2="54648"/>
                        <a14:foregroundMark x1="48261" y1="54648" x2="48804" y2="58040"/>
                        <a14:foregroundMark x1="44022" y1="53769" x2="41304" y2="54523"/>
                        <a14:foregroundMark x1="18913" y1="56156" x2="20326" y2="59045"/>
                        <a14:foregroundMark x1="20000" y1="56658" x2="15761" y2="54523"/>
                        <a14:foregroundMark x1="20326" y1="33668" x2="13913" y2="29397"/>
                        <a14:foregroundMark x1="20000" y1="37814" x2="11304" y2="33291"/>
                        <a14:foregroundMark x1="11304" y1="33291" x2="11304" y2="33291"/>
                        <a14:foregroundMark x1="12935" y1="31910" x2="20435" y2="41332"/>
                        <a14:foregroundMark x1="20435" y1="41332" x2="22609" y2="30905"/>
                        <a14:foregroundMark x1="22609" y1="30905" x2="20870" y2="30653"/>
                        <a14:foregroundMark x1="86304" y1="56658" x2="74565" y2="57538"/>
                        <a14:foregroundMark x1="74565" y1="57538" x2="86087" y2="53518"/>
                        <a14:foregroundMark x1="86087" y1="53518" x2="85978" y2="63945"/>
                        <a14:foregroundMark x1="85978" y1="63945" x2="76630" y2="66834"/>
                        <a14:foregroundMark x1="76630" y1="66834" x2="74457" y2="66206"/>
                        <a14:foregroundMark x1="61196" y1="23869" x2="55761" y2="16080"/>
                        <a14:foregroundMark x1="55761" y1="16080" x2="64565" y2="15704"/>
                        <a14:foregroundMark x1="64565" y1="15704" x2="57283" y2="24497"/>
                        <a14:foregroundMark x1="57283" y1="24497" x2="57283" y2="24497"/>
                        <a14:foregroundMark x1="55543" y1="13945" x2="65000" y2="14950"/>
                      </a14:backgroundRemoval>
                    </a14:imgEffect>
                  </a14:imgLayer>
                </a14:imgProps>
              </a:ext>
              <a:ext uri="{28A0092B-C50C-407E-A947-70E740481C1C}">
                <a14:useLocalDpi xmlns:a14="http://schemas.microsoft.com/office/drawing/2010/main" val="0"/>
              </a:ext>
            </a:extLst>
          </a:blip>
          <a:srcRect l="10413" t="9809" r="8442" b="10907"/>
          <a:stretch>
            <a:fillRect/>
          </a:stretch>
        </p:blipFill>
        <p:spPr bwMode="auto">
          <a:xfrm>
            <a:off x="6202559" y="641131"/>
            <a:ext cx="2728664" cy="2306583"/>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descr="ícone de protótipo em estilo cômico. ilustração em vetor inicialização dos  desenhos animados em fundo branco isolado. conceito de negócio de efeito de  respingo de desenvolvimento de modelo. 16144017 Vetor no Vecteezy">
            <a:extLst>
              <a:ext uri="{FF2B5EF4-FFF2-40B4-BE49-F238E27FC236}">
                <a16:creationId xmlns:a16="http://schemas.microsoft.com/office/drawing/2014/main" id="{7C11B218-DE2E-450B-6402-11055BD7BE5C}"/>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10000" b="90000" l="10000" r="90000">
                        <a14:foregroundMark x1="71633" y1="46224" x2="61531" y2="42041"/>
                        <a14:foregroundMark x1="61531" y1="42041" x2="45000" y2="42041"/>
                        <a14:foregroundMark x1="45000" y1="42041" x2="41224" y2="52143"/>
                        <a14:foregroundMark x1="41224" y1="52143" x2="34184" y2="60816"/>
                        <a14:foregroundMark x1="34184" y1="60816" x2="45714" y2="67857"/>
                        <a14:foregroundMark x1="45714" y1="67857" x2="67347" y2="67959"/>
                        <a14:foregroundMark x1="67347" y1="67959" x2="75816" y2="53265"/>
                        <a14:foregroundMark x1="75816" y1="53265" x2="74898" y2="44184"/>
                        <a14:foregroundMark x1="41224" y1="45000" x2="43061" y2="52143"/>
                        <a14:foregroundMark x1="51633" y1="49898" x2="41837" y2="45816"/>
                        <a14:foregroundMark x1="41837" y1="45816" x2="55306" y2="44388"/>
                        <a14:foregroundMark x1="55306" y1="44388" x2="61837" y2="57041"/>
                        <a14:foregroundMark x1="61837" y1="57041" x2="57041" y2="65408"/>
                        <a14:foregroundMark x1="57041" y1="65408" x2="34082" y2="67653"/>
                        <a14:foregroundMark x1="34082" y1="67653" x2="43571" y2="71633"/>
                        <a14:foregroundMark x1="43571" y1="71633" x2="67041" y2="70000"/>
                        <a14:foregroundMark x1="67041" y1="70000" x2="75306" y2="62449"/>
                        <a14:foregroundMark x1="75306" y1="62449" x2="75306" y2="57449"/>
                        <a14:foregroundMark x1="40000" y1="43776" x2="48878" y2="53163"/>
                        <a14:foregroundMark x1="48878" y1="53163" x2="47143" y2="54184"/>
                        <a14:foregroundMark x1="27959" y1="70102" x2="41020" y2="71224"/>
                        <a14:foregroundMark x1="41020" y1="71224" x2="42041" y2="70714"/>
                        <a14:foregroundMark x1="33673" y1="64388" x2="36531" y2="69286"/>
                        <a14:foregroundMark x1="32449" y1="64796" x2="35102" y2="69286"/>
                        <a14:foregroundMark x1="31429" y1="68673" x2="27551" y2="67041"/>
                        <a14:foregroundMark x1="62245" y1="66837" x2="51327" y2="61837"/>
                        <a14:foregroundMark x1="51327" y1="61837" x2="60612" y2="62347"/>
                        <a14:foregroundMark x1="74490" y1="65408" x2="67755" y2="70510"/>
                      </a14:backgroundRemoval>
                    </a14:imgEffect>
                  </a14:imgLayer>
                </a14:imgProps>
              </a:ext>
              <a:ext uri="{28A0092B-C50C-407E-A947-70E740481C1C}">
                <a14:useLocalDpi xmlns:a14="http://schemas.microsoft.com/office/drawing/2010/main" val="0"/>
              </a:ext>
            </a:extLst>
          </a:blip>
          <a:srcRect l="18531" t="24452" r="17919" b="24054"/>
          <a:stretch>
            <a:fillRect/>
          </a:stretch>
        </p:blipFill>
        <p:spPr bwMode="auto">
          <a:xfrm>
            <a:off x="2215408" y="3447007"/>
            <a:ext cx="1355835" cy="1098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47482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7E89553D-DAB6-AE8C-A4CA-40A2E2DBD111}"/>
            </a:ext>
          </a:extLst>
        </p:cNvPr>
        <p:cNvGrpSpPr/>
        <p:nvPr/>
      </p:nvGrpSpPr>
      <p:grpSpPr>
        <a:xfrm>
          <a:off x="0" y="0"/>
          <a:ext cx="0" cy="0"/>
          <a:chOff x="0" y="0"/>
          <a:chExt cx="0" cy="0"/>
        </a:xfrm>
      </p:grpSpPr>
      <p:pic>
        <p:nvPicPr>
          <p:cNvPr id="72" name="Google Shape;72;p3" title="LOGO FAMA copiar.png">
            <a:extLst>
              <a:ext uri="{FF2B5EF4-FFF2-40B4-BE49-F238E27FC236}">
                <a16:creationId xmlns:a16="http://schemas.microsoft.com/office/drawing/2014/main" id="{4696ACF6-46A1-BAE0-2762-8CD5E379018C}"/>
              </a:ext>
            </a:extLst>
          </p:cNvPr>
          <p:cNvPicPr preferRelativeResize="0"/>
          <p:nvPr/>
        </p:nvPicPr>
        <p:blipFill rotWithShape="1">
          <a:blip r:embed="rId3">
            <a:alphaModFix/>
          </a:blip>
          <a:srcRect/>
          <a:stretch/>
        </p:blipFill>
        <p:spPr>
          <a:xfrm>
            <a:off x="8114153" y="164900"/>
            <a:ext cx="889574" cy="268000"/>
          </a:xfrm>
          <a:prstGeom prst="rect">
            <a:avLst/>
          </a:prstGeom>
          <a:noFill/>
          <a:ln>
            <a:noFill/>
          </a:ln>
        </p:spPr>
      </p:pic>
      <p:pic>
        <p:nvPicPr>
          <p:cNvPr id="73" name="Google Shape;73;p3" title="02.png">
            <a:extLst>
              <a:ext uri="{FF2B5EF4-FFF2-40B4-BE49-F238E27FC236}">
                <a16:creationId xmlns:a16="http://schemas.microsoft.com/office/drawing/2014/main" id="{8E1CBFDD-018B-6683-5FA7-5E0EDAC1B714}"/>
              </a:ext>
            </a:extLst>
          </p:cNvPr>
          <p:cNvPicPr preferRelativeResize="0"/>
          <p:nvPr/>
        </p:nvPicPr>
        <p:blipFill>
          <a:blip r:embed="rId4">
            <a:alphaModFix/>
          </a:blip>
          <a:stretch>
            <a:fillRect/>
          </a:stretch>
        </p:blipFill>
        <p:spPr>
          <a:xfrm>
            <a:off x="0" y="0"/>
            <a:ext cx="9144000" cy="5143505"/>
          </a:xfrm>
          <a:prstGeom prst="rect">
            <a:avLst/>
          </a:prstGeom>
          <a:noFill/>
          <a:ln>
            <a:noFill/>
          </a:ln>
        </p:spPr>
      </p:pic>
      <p:sp>
        <p:nvSpPr>
          <p:cNvPr id="75" name="Google Shape;75;p3">
            <a:extLst>
              <a:ext uri="{FF2B5EF4-FFF2-40B4-BE49-F238E27FC236}">
                <a16:creationId xmlns:a16="http://schemas.microsoft.com/office/drawing/2014/main" id="{8F90B3D4-65EE-36AC-194E-1D9DE59EA61F}"/>
              </a:ext>
            </a:extLst>
          </p:cNvPr>
          <p:cNvSpPr txBox="1"/>
          <p:nvPr/>
        </p:nvSpPr>
        <p:spPr>
          <a:xfrm>
            <a:off x="315974" y="298900"/>
            <a:ext cx="3236523"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500" dirty="0">
                <a:solidFill>
                  <a:srgbClr val="00415A"/>
                </a:solidFill>
                <a:latin typeface="Lexend"/>
                <a:ea typeface="Lexend ExtraBold"/>
                <a:cs typeface="Lexend ExtraBold"/>
                <a:sym typeface="Lexend"/>
              </a:rPr>
              <a:t>Exemplos Didáticos</a:t>
            </a:r>
            <a:endParaRPr sz="2500" dirty="0">
              <a:solidFill>
                <a:srgbClr val="00415A"/>
              </a:solidFill>
              <a:latin typeface="Lexend ExtraBold"/>
              <a:ea typeface="Lexend ExtraBold"/>
              <a:cs typeface="Lexend ExtraBold"/>
              <a:sym typeface="Lexend ExtraBold"/>
            </a:endParaRPr>
          </a:p>
        </p:txBody>
      </p:sp>
      <p:sp>
        <p:nvSpPr>
          <p:cNvPr id="2" name="Retângulo: Canto Dobrado 1">
            <a:extLst>
              <a:ext uri="{FF2B5EF4-FFF2-40B4-BE49-F238E27FC236}">
                <a16:creationId xmlns:a16="http://schemas.microsoft.com/office/drawing/2014/main" id="{5C1ED7B2-6E36-8E72-241B-71477BCDE0EA}"/>
              </a:ext>
            </a:extLst>
          </p:cNvPr>
          <p:cNvSpPr/>
          <p:nvPr/>
        </p:nvSpPr>
        <p:spPr>
          <a:xfrm>
            <a:off x="504496" y="1167156"/>
            <a:ext cx="2165131" cy="2311768"/>
          </a:xfrm>
          <a:prstGeom prst="foldedCorner">
            <a:avLst/>
          </a:prstGeom>
          <a:no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Google Shape;76;p3">
            <a:extLst>
              <a:ext uri="{FF2B5EF4-FFF2-40B4-BE49-F238E27FC236}">
                <a16:creationId xmlns:a16="http://schemas.microsoft.com/office/drawing/2014/main" id="{A8170B4E-B8CB-AC63-8DE3-5B6E09F23E3D}"/>
              </a:ext>
            </a:extLst>
          </p:cNvPr>
          <p:cNvSpPr txBox="1"/>
          <p:nvPr/>
        </p:nvSpPr>
        <p:spPr>
          <a:xfrm>
            <a:off x="504495" y="1208119"/>
            <a:ext cx="2165132" cy="207746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1200" dirty="0">
                <a:solidFill>
                  <a:schemeClr val="bg2">
                    <a:lumMod val="75000"/>
                  </a:schemeClr>
                </a:solidFill>
                <a:latin typeface="Lexend ExtraLight"/>
                <a:sym typeface="Lexend ExtraLight"/>
              </a:rPr>
              <a:t>Sistema de Saúde com IA:</a:t>
            </a:r>
          </a:p>
          <a:p>
            <a:pPr marL="0" lvl="0" indent="0" algn="ctr" rtl="0">
              <a:spcBef>
                <a:spcPts val="0"/>
              </a:spcBef>
              <a:spcAft>
                <a:spcPts val="0"/>
              </a:spcAft>
              <a:buNone/>
            </a:pPr>
            <a:endParaRPr lang="pt-BR" sz="1000" dirty="0">
              <a:solidFill>
                <a:schemeClr val="bg2">
                  <a:lumMod val="75000"/>
                </a:schemeClr>
              </a:solidFill>
              <a:latin typeface="Lexend ExtraLight"/>
              <a:sym typeface="Lexend ExtraLight"/>
            </a:endParaRPr>
          </a:p>
          <a:p>
            <a:pPr marL="171450" lvl="0" indent="-171450" rtl="0">
              <a:spcBef>
                <a:spcPts val="0"/>
              </a:spcBef>
              <a:spcAft>
                <a:spcPts val="0"/>
              </a:spcAft>
              <a:buFontTx/>
              <a:buChar char="-"/>
            </a:pPr>
            <a:r>
              <a:rPr lang="pt-BR" sz="1200" dirty="0">
                <a:solidFill>
                  <a:schemeClr val="bg2">
                    <a:lumMod val="75000"/>
                  </a:schemeClr>
                </a:solidFill>
                <a:latin typeface="Lexend ExtraLight"/>
                <a:sym typeface="Lexend ExtraLight"/>
              </a:rPr>
              <a:t>Cadastrar paciente.</a:t>
            </a:r>
          </a:p>
          <a:p>
            <a:pPr lvl="0" rtl="0">
              <a:spcBef>
                <a:spcPts val="0"/>
              </a:spcBef>
              <a:spcAft>
                <a:spcPts val="0"/>
              </a:spcAft>
            </a:pPr>
            <a:endParaRPr lang="pt-BR" sz="500" dirty="0">
              <a:solidFill>
                <a:schemeClr val="bg2">
                  <a:lumMod val="75000"/>
                </a:schemeClr>
              </a:solidFill>
              <a:latin typeface="Lexend ExtraLight"/>
              <a:sym typeface="Lexend ExtraLight"/>
            </a:endParaRPr>
          </a:p>
          <a:p>
            <a:pPr marL="171450" lvl="0" indent="-171450" rtl="0">
              <a:spcBef>
                <a:spcPts val="0"/>
              </a:spcBef>
              <a:spcAft>
                <a:spcPts val="0"/>
              </a:spcAft>
              <a:buFontTx/>
              <a:buChar char="-"/>
            </a:pPr>
            <a:r>
              <a:rPr lang="pt-BR" sz="1200" dirty="0">
                <a:solidFill>
                  <a:schemeClr val="bg2">
                    <a:lumMod val="75000"/>
                  </a:schemeClr>
                </a:solidFill>
                <a:latin typeface="Lexend ExtraLight"/>
                <a:sym typeface="Lexend ExtraLight"/>
              </a:rPr>
              <a:t>Processar exames de sangue.</a:t>
            </a:r>
          </a:p>
          <a:p>
            <a:pPr lvl="0" rtl="0">
              <a:spcBef>
                <a:spcPts val="0"/>
              </a:spcBef>
              <a:spcAft>
                <a:spcPts val="0"/>
              </a:spcAft>
            </a:pPr>
            <a:endParaRPr lang="pt-BR" sz="500" dirty="0">
              <a:solidFill>
                <a:schemeClr val="bg2">
                  <a:lumMod val="75000"/>
                </a:schemeClr>
              </a:solidFill>
              <a:latin typeface="Lexend ExtraLight"/>
              <a:sym typeface="Lexend ExtraLight"/>
            </a:endParaRPr>
          </a:p>
          <a:p>
            <a:pPr marL="171450" lvl="0" indent="-171450" rtl="0">
              <a:spcBef>
                <a:spcPts val="0"/>
              </a:spcBef>
              <a:spcAft>
                <a:spcPts val="0"/>
              </a:spcAft>
              <a:buFontTx/>
              <a:buChar char="-"/>
            </a:pPr>
            <a:r>
              <a:rPr lang="pt-BR" sz="1200" dirty="0">
                <a:solidFill>
                  <a:schemeClr val="bg2">
                    <a:lumMod val="75000"/>
                  </a:schemeClr>
                </a:solidFill>
                <a:latin typeface="Lexend ExtraLight"/>
                <a:sym typeface="Lexend ExtraLight"/>
              </a:rPr>
              <a:t>Gerar relatório com diagnóstico preliminar.</a:t>
            </a:r>
          </a:p>
          <a:p>
            <a:pPr lvl="0" rtl="0">
              <a:spcBef>
                <a:spcPts val="0"/>
              </a:spcBef>
              <a:spcAft>
                <a:spcPts val="0"/>
              </a:spcAft>
            </a:pPr>
            <a:endParaRPr lang="pt-BR" sz="500" dirty="0">
              <a:solidFill>
                <a:schemeClr val="bg2">
                  <a:lumMod val="75000"/>
                </a:schemeClr>
              </a:solidFill>
              <a:latin typeface="Lexend ExtraLight"/>
              <a:sym typeface="Lexend ExtraLight"/>
            </a:endParaRPr>
          </a:p>
          <a:p>
            <a:pPr marL="0" lvl="0" indent="0" rtl="0">
              <a:spcBef>
                <a:spcPts val="0"/>
              </a:spcBef>
              <a:spcAft>
                <a:spcPts val="0"/>
              </a:spcAft>
              <a:buNone/>
            </a:pPr>
            <a:r>
              <a:rPr lang="pt-BR" sz="1200" dirty="0">
                <a:solidFill>
                  <a:schemeClr val="bg2">
                    <a:lumMod val="75000"/>
                  </a:schemeClr>
                </a:solidFill>
                <a:latin typeface="Lexend ExtraLight"/>
                <a:sym typeface="Lexend ExtraLight"/>
              </a:rPr>
              <a:t>- Alertar médico em caso de anomalia detectada.</a:t>
            </a:r>
          </a:p>
        </p:txBody>
      </p:sp>
      <p:pic>
        <p:nvPicPr>
          <p:cNvPr id="11266" name="Picture 2" descr="Pesquisa investiga relação de jornalistas com inteligência artificial –  Jornal da USP">
            <a:extLst>
              <a:ext uri="{FF2B5EF4-FFF2-40B4-BE49-F238E27FC236}">
                <a16:creationId xmlns:a16="http://schemas.microsoft.com/office/drawing/2014/main" id="{6202B8CC-44BA-51CC-8FF0-41715586A7A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1494" t="2655" r="12796"/>
          <a:stretch>
            <a:fillRect/>
          </a:stretch>
        </p:blipFill>
        <p:spPr bwMode="auto">
          <a:xfrm>
            <a:off x="2739560" y="1110215"/>
            <a:ext cx="2165131" cy="1461535"/>
          </a:xfrm>
          <a:prstGeom prst="rect">
            <a:avLst/>
          </a:prstGeom>
          <a:noFill/>
          <a:extLst>
            <a:ext uri="{909E8E84-426E-40DD-AFC4-6F175D3DCCD1}">
              <a14:hiddenFill xmlns:a14="http://schemas.microsoft.com/office/drawing/2010/main">
                <a:solidFill>
                  <a:srgbClr val="FFFFFF"/>
                </a:solidFill>
              </a14:hiddenFill>
            </a:ext>
          </a:extLst>
        </p:spPr>
      </p:pic>
      <p:sp>
        <p:nvSpPr>
          <p:cNvPr id="6" name="Retângulo: Canto Dobrado 5">
            <a:extLst>
              <a:ext uri="{FF2B5EF4-FFF2-40B4-BE49-F238E27FC236}">
                <a16:creationId xmlns:a16="http://schemas.microsoft.com/office/drawing/2014/main" id="{6CA13948-5B7B-B8DC-1ADC-615244A50A31}"/>
              </a:ext>
            </a:extLst>
          </p:cNvPr>
          <p:cNvSpPr/>
          <p:nvPr/>
        </p:nvSpPr>
        <p:spPr>
          <a:xfrm>
            <a:off x="6838596" y="2129697"/>
            <a:ext cx="2165131" cy="2311768"/>
          </a:xfrm>
          <a:prstGeom prst="foldedCorner">
            <a:avLst/>
          </a:prstGeom>
          <a:no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Google Shape;76;p3">
            <a:extLst>
              <a:ext uri="{FF2B5EF4-FFF2-40B4-BE49-F238E27FC236}">
                <a16:creationId xmlns:a16="http://schemas.microsoft.com/office/drawing/2014/main" id="{973EAFB8-6CD1-78F7-4C2B-31467F7FE941}"/>
              </a:ext>
            </a:extLst>
          </p:cNvPr>
          <p:cNvSpPr txBox="1"/>
          <p:nvPr/>
        </p:nvSpPr>
        <p:spPr>
          <a:xfrm>
            <a:off x="6838595" y="2129697"/>
            <a:ext cx="2165132" cy="2046684"/>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1200" dirty="0">
                <a:solidFill>
                  <a:schemeClr val="bg2">
                    <a:lumMod val="75000"/>
                  </a:schemeClr>
                </a:solidFill>
                <a:latin typeface="Lexend ExtraLight"/>
                <a:sym typeface="Lexend ExtraLight"/>
              </a:rPr>
              <a:t>Aplicativo de Transporte (tipo Uber):</a:t>
            </a:r>
          </a:p>
          <a:p>
            <a:pPr lvl="0" rtl="0">
              <a:spcBef>
                <a:spcPts val="0"/>
              </a:spcBef>
              <a:spcAft>
                <a:spcPts val="0"/>
              </a:spcAft>
            </a:pPr>
            <a:endParaRPr lang="pt-BR" sz="1000" dirty="0">
              <a:solidFill>
                <a:schemeClr val="bg2">
                  <a:lumMod val="75000"/>
                </a:schemeClr>
              </a:solidFill>
              <a:latin typeface="Lexend ExtraLight"/>
              <a:sym typeface="Lexend ExtraLight"/>
            </a:endParaRPr>
          </a:p>
          <a:p>
            <a:pPr marL="171450" lvl="0" indent="-171450">
              <a:buFontTx/>
              <a:buChar char="-"/>
            </a:pPr>
            <a:r>
              <a:rPr lang="pt-BR" sz="1200" dirty="0">
                <a:solidFill>
                  <a:schemeClr val="bg2">
                    <a:lumMod val="75000"/>
                  </a:schemeClr>
                </a:solidFill>
                <a:latin typeface="Lexend ExtraLight"/>
                <a:sym typeface="Lexend ExtraLight"/>
              </a:rPr>
              <a:t>Localizar motorista disponível.</a:t>
            </a:r>
          </a:p>
          <a:p>
            <a:pPr marL="171450" lvl="0" indent="-171450">
              <a:buFontTx/>
              <a:buChar char="-"/>
            </a:pPr>
            <a:endParaRPr lang="pt-BR" sz="500" dirty="0">
              <a:solidFill>
                <a:schemeClr val="bg2">
                  <a:lumMod val="75000"/>
                </a:schemeClr>
              </a:solidFill>
              <a:latin typeface="Lexend ExtraLight"/>
              <a:sym typeface="Lexend ExtraLight"/>
            </a:endParaRPr>
          </a:p>
          <a:p>
            <a:pPr marL="171450" lvl="0" indent="-171450" rtl="0">
              <a:spcBef>
                <a:spcPts val="0"/>
              </a:spcBef>
              <a:spcAft>
                <a:spcPts val="0"/>
              </a:spcAft>
              <a:buFontTx/>
              <a:buChar char="-"/>
            </a:pPr>
            <a:r>
              <a:rPr lang="pt-BR" sz="1200" dirty="0">
                <a:solidFill>
                  <a:schemeClr val="bg2">
                    <a:lumMod val="75000"/>
                  </a:schemeClr>
                </a:solidFill>
                <a:latin typeface="Lexend ExtraLight"/>
                <a:sym typeface="Lexend ExtraLight"/>
              </a:rPr>
              <a:t>Calcular valor da corrida.</a:t>
            </a:r>
          </a:p>
          <a:p>
            <a:pPr marL="171450" lvl="0" indent="-171450" rtl="0">
              <a:spcBef>
                <a:spcPts val="0"/>
              </a:spcBef>
              <a:spcAft>
                <a:spcPts val="0"/>
              </a:spcAft>
              <a:buFontTx/>
              <a:buChar char="-"/>
            </a:pPr>
            <a:endParaRPr lang="pt-BR" sz="500" dirty="0">
              <a:solidFill>
                <a:schemeClr val="bg2">
                  <a:lumMod val="75000"/>
                </a:schemeClr>
              </a:solidFill>
              <a:latin typeface="Lexend ExtraLight"/>
              <a:sym typeface="Lexend ExtraLight"/>
            </a:endParaRPr>
          </a:p>
          <a:p>
            <a:pPr marL="171450" lvl="0" indent="-171450" rtl="0">
              <a:spcBef>
                <a:spcPts val="0"/>
              </a:spcBef>
              <a:spcAft>
                <a:spcPts val="0"/>
              </a:spcAft>
              <a:buFontTx/>
              <a:buChar char="-"/>
            </a:pPr>
            <a:r>
              <a:rPr lang="pt-BR" sz="1200" dirty="0">
                <a:solidFill>
                  <a:schemeClr val="bg2">
                    <a:lumMod val="75000"/>
                  </a:schemeClr>
                </a:solidFill>
                <a:latin typeface="Lexend ExtraLight"/>
                <a:sym typeface="Lexend ExtraLight"/>
              </a:rPr>
              <a:t>Enviar notificação ao usuário.</a:t>
            </a:r>
          </a:p>
          <a:p>
            <a:pPr marL="171450" lvl="0" indent="-171450" rtl="0">
              <a:spcBef>
                <a:spcPts val="0"/>
              </a:spcBef>
              <a:spcAft>
                <a:spcPts val="0"/>
              </a:spcAft>
              <a:buFontTx/>
              <a:buChar char="-"/>
            </a:pPr>
            <a:endParaRPr lang="pt-BR" sz="500" dirty="0">
              <a:solidFill>
                <a:schemeClr val="bg2">
                  <a:lumMod val="75000"/>
                </a:schemeClr>
              </a:solidFill>
              <a:latin typeface="Lexend ExtraLight"/>
              <a:sym typeface="Lexend ExtraLight"/>
            </a:endParaRPr>
          </a:p>
        </p:txBody>
      </p:sp>
      <p:pic>
        <p:nvPicPr>
          <p:cNvPr id="11268" name="Picture 4" descr="Aplicativo de táxi de serviço de transporte | Vetor Grátis">
            <a:extLst>
              <a:ext uri="{FF2B5EF4-FFF2-40B4-BE49-F238E27FC236}">
                <a16:creationId xmlns:a16="http://schemas.microsoft.com/office/drawing/2014/main" id="{5518372D-B80F-8BD7-DF6B-D8B05DADC6F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257" t="6807" r="3454" b="9344"/>
          <a:stretch>
            <a:fillRect/>
          </a:stretch>
        </p:blipFill>
        <p:spPr bwMode="auto">
          <a:xfrm>
            <a:off x="4624550" y="2901332"/>
            <a:ext cx="2165132" cy="1309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3455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1">
          <a:extLst>
            <a:ext uri="{FF2B5EF4-FFF2-40B4-BE49-F238E27FC236}">
              <a16:creationId xmlns:a16="http://schemas.microsoft.com/office/drawing/2014/main" id="{24CEAD66-3D2E-61DD-5C2A-B229D439BCB3}"/>
            </a:ext>
          </a:extLst>
        </p:cNvPr>
        <p:cNvGrpSpPr/>
        <p:nvPr/>
      </p:nvGrpSpPr>
      <p:grpSpPr>
        <a:xfrm>
          <a:off x="0" y="0"/>
          <a:ext cx="0" cy="0"/>
          <a:chOff x="0" y="0"/>
          <a:chExt cx="0" cy="0"/>
        </a:xfrm>
      </p:grpSpPr>
      <p:pic>
        <p:nvPicPr>
          <p:cNvPr id="8" name="Google Shape;73;p3" title="02.png">
            <a:extLst>
              <a:ext uri="{FF2B5EF4-FFF2-40B4-BE49-F238E27FC236}">
                <a16:creationId xmlns:a16="http://schemas.microsoft.com/office/drawing/2014/main" id="{6DAB49BC-53DF-025F-2CA9-9F29E30A8DC6}"/>
              </a:ext>
            </a:extLst>
          </p:cNvPr>
          <p:cNvPicPr preferRelativeResize="0"/>
          <p:nvPr/>
        </p:nvPicPr>
        <p:blipFill>
          <a:blip r:embed="rId3">
            <a:alphaModFix/>
          </a:blip>
          <a:stretch>
            <a:fillRect/>
          </a:stretch>
        </p:blipFill>
        <p:spPr>
          <a:xfrm>
            <a:off x="0" y="0"/>
            <a:ext cx="9144000" cy="5143505"/>
          </a:xfrm>
          <a:prstGeom prst="rect">
            <a:avLst/>
          </a:prstGeom>
          <a:noFill/>
          <a:ln>
            <a:noFill/>
          </a:ln>
        </p:spPr>
      </p:pic>
      <p:sp>
        <p:nvSpPr>
          <p:cNvPr id="83" name="Google Shape;83;g3641ca8743c_0_16">
            <a:extLst>
              <a:ext uri="{FF2B5EF4-FFF2-40B4-BE49-F238E27FC236}">
                <a16:creationId xmlns:a16="http://schemas.microsoft.com/office/drawing/2014/main" id="{232036A3-E74C-BFD8-ABFE-228488AC2D90}"/>
              </a:ext>
            </a:extLst>
          </p:cNvPr>
          <p:cNvSpPr/>
          <p:nvPr/>
        </p:nvSpPr>
        <p:spPr>
          <a:xfrm>
            <a:off x="0" y="-338875"/>
            <a:ext cx="9144000" cy="2327100"/>
          </a:xfrm>
          <a:prstGeom prst="roundRect">
            <a:avLst>
              <a:gd name="adj" fmla="val 12114"/>
            </a:avLst>
          </a:prstGeom>
          <a:solidFill>
            <a:srgbClr val="D9D2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g3641ca8743c_0_16">
            <a:extLst>
              <a:ext uri="{FF2B5EF4-FFF2-40B4-BE49-F238E27FC236}">
                <a16:creationId xmlns:a16="http://schemas.microsoft.com/office/drawing/2014/main" id="{0CB1732B-E506-16B7-5BAD-9636990FD736}"/>
              </a:ext>
            </a:extLst>
          </p:cNvPr>
          <p:cNvSpPr txBox="1"/>
          <p:nvPr/>
        </p:nvSpPr>
        <p:spPr>
          <a:xfrm>
            <a:off x="1646485" y="3155276"/>
            <a:ext cx="4323149" cy="1477297"/>
          </a:xfrm>
          <a:prstGeom prst="rect">
            <a:avLst/>
          </a:prstGeom>
          <a:noFill/>
          <a:ln>
            <a:noFill/>
          </a:ln>
        </p:spPr>
        <p:txBody>
          <a:bodyPr spcFirstLastPara="1" wrap="square" lIns="91425" tIns="91425" rIns="91425" bIns="91425" anchor="t" anchorCtr="0">
            <a:spAutoFit/>
          </a:bodyPr>
          <a:lstStyle/>
          <a:p>
            <a:pPr algn="ctr"/>
            <a:r>
              <a:rPr lang="pt-BR" sz="1200" dirty="0">
                <a:solidFill>
                  <a:schemeClr val="bg2">
                    <a:lumMod val="75000"/>
                  </a:schemeClr>
                </a:solidFill>
                <a:latin typeface="Lexend ExtraLight"/>
              </a:rPr>
              <a:t>EXEMPLOS</a:t>
            </a:r>
            <a:endParaRPr sz="1200" dirty="0">
              <a:solidFill>
                <a:schemeClr val="bg2">
                  <a:lumMod val="75000"/>
                </a:schemeClr>
              </a:solidFill>
              <a:latin typeface="Lexend ExtraLight"/>
              <a:sym typeface="Lexend ExtraBold"/>
            </a:endParaRPr>
          </a:p>
          <a:p>
            <a:pPr marL="0" lvl="0" indent="0" algn="l" rtl="0">
              <a:spcBef>
                <a:spcPts val="0"/>
              </a:spcBef>
              <a:spcAft>
                <a:spcPts val="0"/>
              </a:spcAft>
              <a:buNone/>
            </a:pPr>
            <a:endParaRP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“O sistema deve responder em menos de 2 segundos.”</a:t>
            </a: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“O aplicativo deve estar disponível 99,9% do tempo.”</a:t>
            </a: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“A aplicação deve seguir a LGPD para tratamento de dados.”</a:t>
            </a:r>
          </a:p>
        </p:txBody>
      </p:sp>
      <p:sp>
        <p:nvSpPr>
          <p:cNvPr id="87" name="Google Shape;87;g3641ca8743c_0_16">
            <a:extLst>
              <a:ext uri="{FF2B5EF4-FFF2-40B4-BE49-F238E27FC236}">
                <a16:creationId xmlns:a16="http://schemas.microsoft.com/office/drawing/2014/main" id="{A7F76D44-9EAC-30CE-AA15-C1EDD7C3B8A2}"/>
              </a:ext>
            </a:extLst>
          </p:cNvPr>
          <p:cNvSpPr txBox="1"/>
          <p:nvPr/>
        </p:nvSpPr>
        <p:spPr>
          <a:xfrm>
            <a:off x="1981859" y="425465"/>
            <a:ext cx="5516501" cy="56935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2500" dirty="0">
                <a:solidFill>
                  <a:schemeClr val="accent5">
                    <a:lumMod val="50000"/>
                  </a:schemeClr>
                </a:solidFill>
                <a:latin typeface="Lexend"/>
                <a:ea typeface="Lexend"/>
                <a:cs typeface="Lexend"/>
                <a:sym typeface="Lexend"/>
              </a:rPr>
              <a:t>REQUISITOS NÃO FUNCIONAIS</a:t>
            </a:r>
            <a:endParaRPr sz="2500" dirty="0">
              <a:solidFill>
                <a:schemeClr val="accent5">
                  <a:lumMod val="50000"/>
                </a:schemeClr>
              </a:solidFill>
              <a:latin typeface="Lexend"/>
              <a:ea typeface="Lexend"/>
              <a:cs typeface="Lexend"/>
              <a:sym typeface="Lexend"/>
            </a:endParaRPr>
          </a:p>
        </p:txBody>
      </p:sp>
      <p:sp>
        <p:nvSpPr>
          <p:cNvPr id="5" name="CaixaDeTexto 4">
            <a:extLst>
              <a:ext uri="{FF2B5EF4-FFF2-40B4-BE49-F238E27FC236}">
                <a16:creationId xmlns:a16="http://schemas.microsoft.com/office/drawing/2014/main" id="{8FCA4EA8-969D-6FA1-C50A-26DAE21E7B67}"/>
              </a:ext>
            </a:extLst>
          </p:cNvPr>
          <p:cNvSpPr txBox="1"/>
          <p:nvPr/>
        </p:nvSpPr>
        <p:spPr>
          <a:xfrm>
            <a:off x="1844331" y="1513024"/>
            <a:ext cx="5434503" cy="369302"/>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algn="ctr">
              <a:defRPr sz="1200">
                <a:solidFill>
                  <a:schemeClr val="bg2">
                    <a:lumMod val="75000"/>
                  </a:schemeClr>
                </a:solidFill>
                <a:latin typeface="Lexend ExtraLight"/>
              </a:defRPr>
            </a:lvl1pPr>
          </a:lstStyle>
          <a:p>
            <a:r>
              <a:rPr lang="pt-BR" dirty="0">
                <a:solidFill>
                  <a:srgbClr val="C00000"/>
                </a:solidFill>
              </a:rPr>
              <a:t>OBS:</a:t>
            </a:r>
            <a:r>
              <a:rPr lang="pt-BR" dirty="0"/>
              <a:t> </a:t>
            </a:r>
            <a:r>
              <a:rPr lang="pt-BR" dirty="0">
                <a:solidFill>
                  <a:schemeClr val="bg2">
                    <a:lumMod val="50000"/>
                  </a:schemeClr>
                </a:solidFill>
              </a:rPr>
              <a:t>Se requisitos forem mal definidos → risco de falhas graves</a:t>
            </a:r>
          </a:p>
        </p:txBody>
      </p:sp>
      <p:sp>
        <p:nvSpPr>
          <p:cNvPr id="6" name="Google Shape;84;g3641ca8743c_0_16">
            <a:extLst>
              <a:ext uri="{FF2B5EF4-FFF2-40B4-BE49-F238E27FC236}">
                <a16:creationId xmlns:a16="http://schemas.microsoft.com/office/drawing/2014/main" id="{19F9CE5D-3C46-266F-5A1D-F112451218F5}"/>
              </a:ext>
            </a:extLst>
          </p:cNvPr>
          <p:cNvSpPr txBox="1"/>
          <p:nvPr/>
        </p:nvSpPr>
        <p:spPr>
          <a:xfrm>
            <a:off x="2459513" y="827326"/>
            <a:ext cx="4204138" cy="738633"/>
          </a:xfrm>
          <a:prstGeom prst="rect">
            <a:avLst/>
          </a:prstGeom>
          <a:noFill/>
          <a:ln>
            <a:noFill/>
          </a:ln>
        </p:spPr>
        <p:txBody>
          <a:bodyPr spcFirstLastPara="1" wrap="square" lIns="91425" tIns="91425" rIns="91425" bIns="91425" anchor="t" anchorCtr="0">
            <a:spAutoFit/>
          </a:bodyPr>
          <a:lstStyle/>
          <a:p>
            <a:pPr marL="171450" lvl="0" indent="-171450" algn="ctr" rtl="0">
              <a:spcBef>
                <a:spcPts val="0"/>
              </a:spcBef>
              <a:spcAft>
                <a:spcPts val="0"/>
              </a:spcAft>
              <a:buFont typeface="Wingdings" panose="05000000000000000000" pitchFamily="2" charset="2"/>
              <a:buChar char="Ø"/>
            </a:pPr>
            <a:r>
              <a:rPr lang="pt-BR" sz="1200" dirty="0">
                <a:solidFill>
                  <a:schemeClr val="bg2">
                    <a:lumMod val="75000"/>
                  </a:schemeClr>
                </a:solidFill>
                <a:latin typeface="Lexend ExtraLight"/>
                <a:ea typeface="Lexend ExtraLight"/>
                <a:cs typeface="Lexend ExtraLight"/>
                <a:sym typeface="Lexend ExtraLight"/>
              </a:rPr>
              <a:t>DESCREVEM COMO O SISTEMA DEVE SER (QUALIDADE, RESTRIÇÕES E CRITÉRIOS DE DESEMPENHO).</a:t>
            </a:r>
          </a:p>
        </p:txBody>
      </p:sp>
      <p:pic>
        <p:nvPicPr>
          <p:cNvPr id="1026" name="Picture 2" descr="Testes Funcionais e Não-Funcionais">
            <a:extLst>
              <a:ext uri="{FF2B5EF4-FFF2-40B4-BE49-F238E27FC236}">
                <a16:creationId xmlns:a16="http://schemas.microsoft.com/office/drawing/2014/main" id="{D625D1BC-D914-C65B-F709-FAD49EDE0471}"/>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foregroundMark x1="28047" y1="25452" x2="28047" y2="25452"/>
                        <a14:foregroundMark x1="31328" y1="26565" x2="25625" y2="24757"/>
                        <a14:foregroundMark x1="22109" y1="24339" x2="22109" y2="24339"/>
                        <a14:foregroundMark x1="20703" y1="35605" x2="21250" y2="40056"/>
                        <a14:foregroundMark x1="19453" y1="37830" x2="18438" y2="37830"/>
                      </a14:backgroundRemoval>
                    </a14:imgEffect>
                  </a14:imgLayer>
                </a14:imgProps>
              </a:ext>
              <a:ext uri="{28A0092B-C50C-407E-A947-70E740481C1C}">
                <a14:useLocalDpi xmlns:a14="http://schemas.microsoft.com/office/drawing/2010/main" val="0"/>
              </a:ext>
            </a:extLst>
          </a:blip>
          <a:srcRect l="15956" t="18201" r="15639" b="19740"/>
          <a:stretch>
            <a:fillRect/>
          </a:stretch>
        </p:blipFill>
        <p:spPr bwMode="auto">
          <a:xfrm>
            <a:off x="5969634" y="2933700"/>
            <a:ext cx="3174366" cy="1571184"/>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76;p3">
            <a:extLst>
              <a:ext uri="{FF2B5EF4-FFF2-40B4-BE49-F238E27FC236}">
                <a16:creationId xmlns:a16="http://schemas.microsoft.com/office/drawing/2014/main" id="{65406032-FE71-E737-4F21-A91C63B11F87}"/>
              </a:ext>
            </a:extLst>
          </p:cNvPr>
          <p:cNvSpPr txBox="1"/>
          <p:nvPr/>
        </p:nvSpPr>
        <p:spPr>
          <a:xfrm>
            <a:off x="18460" y="2035168"/>
            <a:ext cx="3789600" cy="1292631"/>
          </a:xfrm>
          <a:prstGeom prst="rect">
            <a:avLst/>
          </a:prstGeom>
          <a:noFill/>
          <a:ln>
            <a:noFill/>
          </a:ln>
        </p:spPr>
        <p:txBody>
          <a:bodyPr spcFirstLastPara="1" wrap="square" lIns="91425" tIns="91425" rIns="91425" bIns="91425" anchor="t" anchorCtr="0">
            <a:spAutoFit/>
          </a:bodyPr>
          <a:lstStyle/>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Definem atributos de qualidade, restrições e condições de operação.</a:t>
            </a: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Não descrevem funcionalidades, mas características globais do sistema.</a:t>
            </a: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Impactam diretamente na aceitação do software pelo usuário final.</a:t>
            </a:r>
          </a:p>
        </p:txBody>
      </p:sp>
    </p:spTree>
    <p:extLst>
      <p:ext uri="{BB962C8B-B14F-4D97-AF65-F5344CB8AC3E}">
        <p14:creationId xmlns:p14="http://schemas.microsoft.com/office/powerpoint/2010/main" val="363923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1">
          <a:extLst>
            <a:ext uri="{FF2B5EF4-FFF2-40B4-BE49-F238E27FC236}">
              <a16:creationId xmlns:a16="http://schemas.microsoft.com/office/drawing/2014/main" id="{7DC1CECC-EC9B-251B-8F49-EF7DB26CDAF0}"/>
            </a:ext>
          </a:extLst>
        </p:cNvPr>
        <p:cNvGrpSpPr/>
        <p:nvPr/>
      </p:nvGrpSpPr>
      <p:grpSpPr>
        <a:xfrm>
          <a:off x="0" y="0"/>
          <a:ext cx="0" cy="0"/>
          <a:chOff x="0" y="0"/>
          <a:chExt cx="0" cy="0"/>
        </a:xfrm>
      </p:grpSpPr>
      <p:pic>
        <p:nvPicPr>
          <p:cNvPr id="82" name="Google Shape;82;g3641ca8743c_0_16" title="03.png">
            <a:extLst>
              <a:ext uri="{FF2B5EF4-FFF2-40B4-BE49-F238E27FC236}">
                <a16:creationId xmlns:a16="http://schemas.microsoft.com/office/drawing/2014/main" id="{7E7E6DAA-5B76-546C-B078-2E616D734CDD}"/>
              </a:ext>
            </a:extLst>
          </p:cNvPr>
          <p:cNvPicPr preferRelativeResize="0"/>
          <p:nvPr/>
        </p:nvPicPr>
        <p:blipFill>
          <a:blip r:embed="rId3">
            <a:alphaModFix/>
          </a:blip>
          <a:stretch>
            <a:fillRect/>
          </a:stretch>
        </p:blipFill>
        <p:spPr>
          <a:xfrm>
            <a:off x="0" y="0"/>
            <a:ext cx="9144000" cy="5143505"/>
          </a:xfrm>
          <a:prstGeom prst="rect">
            <a:avLst/>
          </a:prstGeom>
          <a:noFill/>
          <a:ln>
            <a:noFill/>
          </a:ln>
        </p:spPr>
      </p:pic>
      <p:sp>
        <p:nvSpPr>
          <p:cNvPr id="83" name="Google Shape;83;g3641ca8743c_0_16">
            <a:extLst>
              <a:ext uri="{FF2B5EF4-FFF2-40B4-BE49-F238E27FC236}">
                <a16:creationId xmlns:a16="http://schemas.microsoft.com/office/drawing/2014/main" id="{8A1493DC-E021-D165-1DF7-2E13D3BACD18}"/>
              </a:ext>
            </a:extLst>
          </p:cNvPr>
          <p:cNvSpPr/>
          <p:nvPr/>
        </p:nvSpPr>
        <p:spPr>
          <a:xfrm>
            <a:off x="0" y="-338875"/>
            <a:ext cx="9144000" cy="2327100"/>
          </a:xfrm>
          <a:prstGeom prst="roundRect">
            <a:avLst>
              <a:gd name="adj" fmla="val 12114"/>
            </a:avLst>
          </a:prstGeom>
          <a:solidFill>
            <a:srgbClr val="D9D2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 name="Google Shape;87;g3641ca8743c_0_16">
            <a:extLst>
              <a:ext uri="{FF2B5EF4-FFF2-40B4-BE49-F238E27FC236}">
                <a16:creationId xmlns:a16="http://schemas.microsoft.com/office/drawing/2014/main" id="{83F68779-A91E-2EAF-626C-264221E8C665}"/>
              </a:ext>
            </a:extLst>
          </p:cNvPr>
          <p:cNvSpPr txBox="1"/>
          <p:nvPr/>
        </p:nvSpPr>
        <p:spPr>
          <a:xfrm>
            <a:off x="212219" y="62942"/>
            <a:ext cx="4453525" cy="133879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2500" dirty="0">
                <a:solidFill>
                  <a:schemeClr val="accent5">
                    <a:lumMod val="50000"/>
                  </a:schemeClr>
                </a:solidFill>
                <a:latin typeface="Lexend"/>
                <a:ea typeface="Lexend"/>
                <a:cs typeface="Lexend"/>
                <a:sym typeface="Lexend"/>
              </a:rPr>
              <a:t>REQUISITOS</a:t>
            </a:r>
          </a:p>
          <a:p>
            <a:pPr marL="0" lvl="0" indent="0" algn="ctr" rtl="0">
              <a:spcBef>
                <a:spcPts val="0"/>
              </a:spcBef>
              <a:spcAft>
                <a:spcPts val="0"/>
              </a:spcAft>
              <a:buNone/>
            </a:pPr>
            <a:r>
              <a:rPr lang="pt-BR" sz="2500" dirty="0">
                <a:solidFill>
                  <a:schemeClr val="accent5">
                    <a:lumMod val="50000"/>
                  </a:schemeClr>
                </a:solidFill>
                <a:latin typeface="Lexend"/>
                <a:ea typeface="Lexend"/>
                <a:cs typeface="Lexend"/>
                <a:sym typeface="Lexend"/>
              </a:rPr>
              <a:t>NÃO </a:t>
            </a:r>
          </a:p>
          <a:p>
            <a:pPr marL="0" lvl="0" indent="0" algn="ctr" rtl="0">
              <a:spcBef>
                <a:spcPts val="0"/>
              </a:spcBef>
              <a:spcAft>
                <a:spcPts val="0"/>
              </a:spcAft>
              <a:buNone/>
            </a:pPr>
            <a:r>
              <a:rPr lang="pt-BR" sz="2500" dirty="0">
                <a:solidFill>
                  <a:schemeClr val="accent5">
                    <a:lumMod val="50000"/>
                  </a:schemeClr>
                </a:solidFill>
                <a:latin typeface="Lexend"/>
                <a:ea typeface="Lexend"/>
                <a:cs typeface="Lexend"/>
                <a:sym typeface="Lexend"/>
              </a:rPr>
              <a:t>FUNCIONAIS (RNF)</a:t>
            </a:r>
            <a:endParaRPr sz="2500" dirty="0">
              <a:solidFill>
                <a:schemeClr val="accent5">
                  <a:lumMod val="50000"/>
                </a:schemeClr>
              </a:solidFill>
              <a:latin typeface="Lexend"/>
              <a:ea typeface="Lexend"/>
              <a:cs typeface="Lexend"/>
              <a:sym typeface="Lexend"/>
            </a:endParaRPr>
          </a:p>
        </p:txBody>
      </p:sp>
      <p:sp>
        <p:nvSpPr>
          <p:cNvPr id="3" name="Google Shape;76;p3">
            <a:extLst>
              <a:ext uri="{FF2B5EF4-FFF2-40B4-BE49-F238E27FC236}">
                <a16:creationId xmlns:a16="http://schemas.microsoft.com/office/drawing/2014/main" id="{927357F1-2071-B888-827A-EFAE549C33E9}"/>
              </a:ext>
            </a:extLst>
          </p:cNvPr>
          <p:cNvSpPr txBox="1"/>
          <p:nvPr/>
        </p:nvSpPr>
        <p:spPr>
          <a:xfrm>
            <a:off x="4665744" y="-6307"/>
            <a:ext cx="3789600" cy="166196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1200" b="1" dirty="0">
                <a:solidFill>
                  <a:schemeClr val="bg2">
                    <a:lumMod val="75000"/>
                  </a:schemeClr>
                </a:solidFill>
                <a:latin typeface="Lexend ExtraLight"/>
                <a:ea typeface="Lexend ExtraLight"/>
                <a:cs typeface="Lexend ExtraLight"/>
                <a:sym typeface="Lexend ExtraLight"/>
              </a:rPr>
              <a:t>DEFINIÇÕES IMPORTANTES</a:t>
            </a:r>
          </a:p>
          <a:p>
            <a:pPr marL="0" lvl="0" indent="0" algn="l" rtl="0">
              <a:spcBef>
                <a:spcPts val="0"/>
              </a:spcBef>
              <a:spcAft>
                <a:spcPts val="0"/>
              </a:spcAft>
              <a:buNone/>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Determinam como o sistema executa funções (tempo, usabilidade, confiabilidade).</a:t>
            </a: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Muitas vezes são chamados de “atributos de qualidade”.</a:t>
            </a: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Podem ser medidos por métricas objetivas (tempo de resposta, taxa de falhas).</a:t>
            </a:r>
          </a:p>
        </p:txBody>
      </p:sp>
      <p:sp>
        <p:nvSpPr>
          <p:cNvPr id="5" name="Rectangle 1">
            <a:extLst>
              <a:ext uri="{FF2B5EF4-FFF2-40B4-BE49-F238E27FC236}">
                <a16:creationId xmlns:a16="http://schemas.microsoft.com/office/drawing/2014/main" id="{95248072-A65A-924B-8CD0-F56ACF887937}"/>
              </a:ext>
            </a:extLst>
          </p:cNvPr>
          <p:cNvSpPr>
            <a:spLocks noChangeArrowheads="1"/>
          </p:cNvSpPr>
          <p:nvPr/>
        </p:nvSpPr>
        <p:spPr bwMode="auto">
          <a:xfrm>
            <a:off x="5117450" y="1674477"/>
            <a:ext cx="3937000" cy="1292631"/>
          </a:xfrm>
          <a:prstGeom prst="rect">
            <a:avLst/>
          </a:prstGeom>
          <a:noFill/>
          <a:ln>
            <a:noFill/>
          </a:ln>
        </p:spPr>
        <p:txBody>
          <a:bodyPr spcFirstLastPara="1" wrap="square" lIns="91425" tIns="91425" rIns="91425" bIns="91425" anchor="t" anchorCtr="0">
            <a:spAutoFit/>
          </a:bodyPr>
          <a:lstStyle/>
          <a:p>
            <a:pPr algn="ctr"/>
            <a:r>
              <a:rPr lang="pt-BR" altLang="pt-BR" sz="1200" b="1" dirty="0">
                <a:solidFill>
                  <a:schemeClr val="bg2">
                    <a:lumMod val="75000"/>
                  </a:schemeClr>
                </a:solidFill>
                <a:latin typeface="Lexend ExtraLight"/>
                <a:ea typeface="Lexend ExtraLight"/>
                <a:cs typeface="Lexend ExtraLight"/>
              </a:rPr>
              <a:t>EXEMPLOS</a:t>
            </a:r>
          </a:p>
          <a:p>
            <a:pPr algn="ctr"/>
            <a:endParaRPr lang="pt-BR" altLang="pt-BR" sz="1000" b="1" dirty="0">
              <a:solidFill>
                <a:schemeClr val="bg2">
                  <a:lumMod val="75000"/>
                </a:schemeClr>
              </a:solidFill>
              <a:latin typeface="Lexend ExtraLight"/>
              <a:ea typeface="Lexend ExtraLight"/>
              <a:cs typeface="Lexend ExtraLight"/>
            </a:endParaRPr>
          </a:p>
          <a:p>
            <a:pPr algn="ctr"/>
            <a:r>
              <a:rPr lang="pt-BR" altLang="pt-BR" sz="1200" b="1" dirty="0">
                <a:solidFill>
                  <a:schemeClr val="bg2">
                    <a:lumMod val="75000"/>
                  </a:schemeClr>
                </a:solidFill>
                <a:latin typeface="Lexend ExtraLight"/>
              </a:rPr>
              <a:t>RF: </a:t>
            </a:r>
            <a:r>
              <a:rPr lang="pt-BR" altLang="pt-BR" sz="1200" dirty="0">
                <a:solidFill>
                  <a:schemeClr val="bg2">
                    <a:lumMod val="75000"/>
                  </a:schemeClr>
                </a:solidFill>
                <a:latin typeface="Lexend ExtraLight"/>
              </a:rPr>
              <a:t>“O sistema deve permitir login de usuários com senha.”</a:t>
            </a:r>
          </a:p>
          <a:p>
            <a:pPr algn="ctr"/>
            <a:r>
              <a:rPr lang="pt-BR" altLang="pt-BR" sz="1200" b="1" dirty="0">
                <a:solidFill>
                  <a:schemeClr val="bg2">
                    <a:lumMod val="75000"/>
                  </a:schemeClr>
                </a:solidFill>
                <a:latin typeface="Lexend ExtraLight"/>
              </a:rPr>
              <a:t>RNF: </a:t>
            </a:r>
            <a:r>
              <a:rPr lang="pt-BR" altLang="pt-BR" sz="1200" dirty="0">
                <a:solidFill>
                  <a:schemeClr val="bg2">
                    <a:lumMod val="75000"/>
                  </a:schemeClr>
                </a:solidFill>
                <a:latin typeface="Lexend ExtraLight"/>
              </a:rPr>
              <a:t>“O sistema deve autenticar o usuário em até 2 segundos.”</a:t>
            </a:r>
          </a:p>
        </p:txBody>
      </p:sp>
      <p:sp>
        <p:nvSpPr>
          <p:cNvPr id="6" name="Rectangle 1">
            <a:extLst>
              <a:ext uri="{FF2B5EF4-FFF2-40B4-BE49-F238E27FC236}">
                <a16:creationId xmlns:a16="http://schemas.microsoft.com/office/drawing/2014/main" id="{122989EA-5D62-0296-871D-1F0255E13907}"/>
              </a:ext>
            </a:extLst>
          </p:cNvPr>
          <p:cNvSpPr>
            <a:spLocks noChangeArrowheads="1"/>
          </p:cNvSpPr>
          <p:nvPr/>
        </p:nvSpPr>
        <p:spPr bwMode="auto">
          <a:xfrm>
            <a:off x="89550" y="2459678"/>
            <a:ext cx="4164950" cy="2000517"/>
          </a:xfrm>
          <a:prstGeom prst="rect">
            <a:avLst/>
          </a:prstGeom>
          <a:noFill/>
          <a:ln>
            <a:noFill/>
          </a:ln>
        </p:spPr>
        <p:txBody>
          <a:bodyPr spcFirstLastPara="1" wrap="square" lIns="91425" tIns="91425" rIns="91425" bIns="91425" anchor="t" anchorCtr="0">
            <a:spAutoFit/>
          </a:bodyPr>
          <a:lstStyle/>
          <a:p>
            <a:pPr algn="ctr"/>
            <a:r>
              <a:rPr lang="pt-BR" altLang="pt-BR" sz="1200" b="1" dirty="0">
                <a:solidFill>
                  <a:schemeClr val="bg2">
                    <a:lumMod val="75000"/>
                  </a:schemeClr>
                </a:solidFill>
                <a:latin typeface="Lexend ExtraLight"/>
                <a:ea typeface="Lexend ExtraLight"/>
                <a:cs typeface="Lexend ExtraLight"/>
              </a:rPr>
              <a:t>IMPORTÂNCIA DOS </a:t>
            </a:r>
            <a:r>
              <a:rPr lang="pt-BR" altLang="pt-BR" sz="1200" b="1" dirty="0" err="1">
                <a:solidFill>
                  <a:schemeClr val="bg2">
                    <a:lumMod val="75000"/>
                  </a:schemeClr>
                </a:solidFill>
                <a:latin typeface="Lexend ExtraLight"/>
                <a:ea typeface="Lexend ExtraLight"/>
                <a:cs typeface="Lexend ExtraLight"/>
              </a:rPr>
              <a:t>RNFs</a:t>
            </a:r>
            <a:endParaRPr lang="pt-BR" altLang="pt-BR" sz="1200" b="1" dirty="0">
              <a:solidFill>
                <a:schemeClr val="bg2">
                  <a:lumMod val="75000"/>
                </a:schemeClr>
              </a:solidFill>
              <a:latin typeface="Lexend ExtraLight"/>
              <a:ea typeface="Lexend ExtraLight"/>
              <a:cs typeface="Lexend ExtraLight"/>
            </a:endParaRPr>
          </a:p>
          <a:p>
            <a:pPr algn="ctr"/>
            <a:endParaRPr lang="pt-BR" altLang="pt-BR" sz="1000" dirty="0">
              <a:solidFill>
                <a:schemeClr val="bg2">
                  <a:lumMod val="75000"/>
                </a:schemeClr>
              </a:solidFill>
              <a:latin typeface="Lexend ExtraLight"/>
              <a:ea typeface="Lexend ExtraLight"/>
              <a:cs typeface="Lexend ExtraLight"/>
            </a:endParaRPr>
          </a:p>
          <a:p>
            <a:pPr marL="171450" indent="-171450">
              <a:buFontTx/>
              <a:buChar char="-"/>
            </a:pPr>
            <a:r>
              <a:rPr lang="pt-BR" altLang="pt-BR" sz="1200" dirty="0">
                <a:solidFill>
                  <a:schemeClr val="bg2">
                    <a:lumMod val="75000"/>
                  </a:schemeClr>
                </a:solidFill>
                <a:latin typeface="Lexend ExtraLight"/>
              </a:rPr>
              <a:t>Definem a satisfação real do usuário (mais do que funcionalidades).</a:t>
            </a:r>
          </a:p>
          <a:p>
            <a:pPr marL="171450" indent="-171450">
              <a:buFontTx/>
              <a:buChar char="-"/>
            </a:pPr>
            <a:r>
              <a:rPr lang="pt-BR" altLang="pt-BR" sz="1200" dirty="0">
                <a:solidFill>
                  <a:schemeClr val="bg2">
                    <a:lumMod val="75000"/>
                  </a:schemeClr>
                </a:solidFill>
                <a:latin typeface="Lexend ExtraLight"/>
              </a:rPr>
              <a:t>Podem ser fatores críticos de sucesso → se não atendidos, o software pode ser rejeitado mesmo cumprindo as funções.</a:t>
            </a:r>
          </a:p>
          <a:p>
            <a:pPr marL="171450" indent="-171450">
              <a:buFontTx/>
              <a:buChar char="-"/>
            </a:pPr>
            <a:r>
              <a:rPr lang="pt-BR" altLang="pt-BR" sz="1200" dirty="0">
                <a:solidFill>
                  <a:schemeClr val="bg2">
                    <a:lumMod val="75000"/>
                  </a:schemeClr>
                </a:solidFill>
                <a:latin typeface="Lexend ExtraLight"/>
              </a:rPr>
              <a:t>Influenciam fortemente no projeto de arquitetura de software.</a:t>
            </a:r>
          </a:p>
          <a:p>
            <a:pPr marL="171450" indent="-171450">
              <a:buFontTx/>
              <a:buChar char="-"/>
            </a:pPr>
            <a:r>
              <a:rPr lang="pt-BR" altLang="pt-BR" sz="1200" dirty="0">
                <a:solidFill>
                  <a:schemeClr val="bg2">
                    <a:lumMod val="75000"/>
                  </a:schemeClr>
                </a:solidFill>
                <a:latin typeface="Lexend ExtraLight"/>
              </a:rPr>
              <a:t>Impactam em custo, prazo e tecnologia adotada.</a:t>
            </a:r>
          </a:p>
        </p:txBody>
      </p:sp>
      <p:sp>
        <p:nvSpPr>
          <p:cNvPr id="7" name="Rectangle 1">
            <a:extLst>
              <a:ext uri="{FF2B5EF4-FFF2-40B4-BE49-F238E27FC236}">
                <a16:creationId xmlns:a16="http://schemas.microsoft.com/office/drawing/2014/main" id="{EB8DDAE2-DC66-156D-E696-AEF0F8103D9C}"/>
              </a:ext>
            </a:extLst>
          </p:cNvPr>
          <p:cNvSpPr>
            <a:spLocks noChangeArrowheads="1"/>
          </p:cNvSpPr>
          <p:nvPr/>
        </p:nvSpPr>
        <p:spPr bwMode="auto">
          <a:xfrm>
            <a:off x="5027900" y="3016386"/>
            <a:ext cx="3937000" cy="1292631"/>
          </a:xfrm>
          <a:prstGeom prst="rect">
            <a:avLst/>
          </a:prstGeom>
          <a:noFill/>
          <a:ln>
            <a:noFill/>
          </a:ln>
        </p:spPr>
        <p:txBody>
          <a:bodyPr spcFirstLastPara="1" wrap="square" lIns="91425" tIns="91425" rIns="91425" bIns="91425" anchor="t" anchorCtr="0">
            <a:spAutoFit/>
          </a:bodyPr>
          <a:lstStyle/>
          <a:p>
            <a:pPr algn="ctr"/>
            <a:r>
              <a:rPr lang="pt-BR" altLang="pt-BR" sz="1200" b="1" dirty="0">
                <a:solidFill>
                  <a:schemeClr val="bg2">
                    <a:lumMod val="75000"/>
                  </a:schemeClr>
                </a:solidFill>
                <a:latin typeface="Lexend ExtraLight"/>
                <a:ea typeface="Lexend ExtraLight"/>
                <a:cs typeface="Lexend ExtraLight"/>
              </a:rPr>
              <a:t>SITUAÇÃO</a:t>
            </a:r>
          </a:p>
          <a:p>
            <a:pPr algn="ctr"/>
            <a:endParaRPr lang="pt-BR" altLang="pt-BR" sz="1000" b="1" dirty="0">
              <a:solidFill>
                <a:schemeClr val="bg2">
                  <a:lumMod val="75000"/>
                </a:schemeClr>
              </a:solidFill>
              <a:latin typeface="Lexend ExtraLight"/>
              <a:ea typeface="Lexend ExtraLight"/>
              <a:cs typeface="Lexend ExtraLight"/>
            </a:endParaRPr>
          </a:p>
          <a:p>
            <a:r>
              <a:rPr lang="pt-BR" altLang="pt-BR" sz="1200" dirty="0">
                <a:solidFill>
                  <a:schemeClr val="bg2">
                    <a:lumMod val="75000"/>
                  </a:schemeClr>
                </a:solidFill>
                <a:latin typeface="Lexend ExtraLight"/>
              </a:rPr>
              <a:t>Um sistema de IA pode reconhecer imagens corretamente (RF atendido), mas se o tempo de resposta for de 15 segundos (RNF mal definido), o usuário rejeita.</a:t>
            </a:r>
          </a:p>
        </p:txBody>
      </p:sp>
    </p:spTree>
    <p:extLst>
      <p:ext uri="{BB962C8B-B14F-4D97-AF65-F5344CB8AC3E}">
        <p14:creationId xmlns:p14="http://schemas.microsoft.com/office/powerpoint/2010/main" val="3722151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DB0C9B14-A89B-4B29-12C9-5A5415EBE69A}"/>
            </a:ext>
          </a:extLst>
        </p:cNvPr>
        <p:cNvGrpSpPr/>
        <p:nvPr/>
      </p:nvGrpSpPr>
      <p:grpSpPr>
        <a:xfrm>
          <a:off x="0" y="0"/>
          <a:ext cx="0" cy="0"/>
          <a:chOff x="0" y="0"/>
          <a:chExt cx="0" cy="0"/>
        </a:xfrm>
      </p:grpSpPr>
      <p:pic>
        <p:nvPicPr>
          <p:cNvPr id="72" name="Google Shape;72;p3" title="LOGO FAMA copiar.png">
            <a:extLst>
              <a:ext uri="{FF2B5EF4-FFF2-40B4-BE49-F238E27FC236}">
                <a16:creationId xmlns:a16="http://schemas.microsoft.com/office/drawing/2014/main" id="{C0D44B27-509B-4DF4-3763-DBDD448EC90A}"/>
              </a:ext>
            </a:extLst>
          </p:cNvPr>
          <p:cNvPicPr preferRelativeResize="0"/>
          <p:nvPr/>
        </p:nvPicPr>
        <p:blipFill rotWithShape="1">
          <a:blip r:embed="rId3">
            <a:alphaModFix/>
          </a:blip>
          <a:srcRect/>
          <a:stretch/>
        </p:blipFill>
        <p:spPr>
          <a:xfrm>
            <a:off x="8114153" y="164900"/>
            <a:ext cx="889574" cy="268000"/>
          </a:xfrm>
          <a:prstGeom prst="rect">
            <a:avLst/>
          </a:prstGeom>
          <a:noFill/>
          <a:ln>
            <a:noFill/>
          </a:ln>
        </p:spPr>
      </p:pic>
      <p:pic>
        <p:nvPicPr>
          <p:cNvPr id="73" name="Google Shape;73;p3" title="02.png">
            <a:extLst>
              <a:ext uri="{FF2B5EF4-FFF2-40B4-BE49-F238E27FC236}">
                <a16:creationId xmlns:a16="http://schemas.microsoft.com/office/drawing/2014/main" id="{DB615EB2-9270-2CE8-5AC9-EE1688771FAF}"/>
              </a:ext>
            </a:extLst>
          </p:cNvPr>
          <p:cNvPicPr preferRelativeResize="0"/>
          <p:nvPr/>
        </p:nvPicPr>
        <p:blipFill>
          <a:blip r:embed="rId4">
            <a:alphaModFix/>
          </a:blip>
          <a:stretch>
            <a:fillRect/>
          </a:stretch>
        </p:blipFill>
        <p:spPr>
          <a:xfrm>
            <a:off x="0" y="0"/>
            <a:ext cx="9144000" cy="5143505"/>
          </a:xfrm>
          <a:prstGeom prst="rect">
            <a:avLst/>
          </a:prstGeom>
          <a:noFill/>
          <a:ln>
            <a:noFill/>
          </a:ln>
        </p:spPr>
      </p:pic>
      <p:sp>
        <p:nvSpPr>
          <p:cNvPr id="75" name="Google Shape;75;p3">
            <a:extLst>
              <a:ext uri="{FF2B5EF4-FFF2-40B4-BE49-F238E27FC236}">
                <a16:creationId xmlns:a16="http://schemas.microsoft.com/office/drawing/2014/main" id="{F0104543-CC51-02FB-AD92-C3715E921E0C}"/>
              </a:ext>
            </a:extLst>
          </p:cNvPr>
          <p:cNvSpPr txBox="1"/>
          <p:nvPr/>
        </p:nvSpPr>
        <p:spPr>
          <a:xfrm>
            <a:off x="315974" y="298900"/>
            <a:ext cx="5919726"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500" dirty="0">
                <a:solidFill>
                  <a:srgbClr val="00415A"/>
                </a:solidFill>
                <a:latin typeface="Lexend"/>
                <a:ea typeface="Lexend ExtraBold"/>
                <a:cs typeface="Lexend ExtraBold"/>
                <a:sym typeface="Lexend"/>
              </a:rPr>
              <a:t>Tipos de Requisitos </a:t>
            </a:r>
            <a:r>
              <a:rPr lang="pt-BR" sz="2500" dirty="0">
                <a:solidFill>
                  <a:srgbClr val="00415A"/>
                </a:solidFill>
                <a:latin typeface="Lexend ExtraBold"/>
                <a:sym typeface="Lexend"/>
              </a:rPr>
              <a:t>Não</a:t>
            </a:r>
            <a:r>
              <a:rPr lang="pt-BR" sz="2500" dirty="0">
                <a:solidFill>
                  <a:srgbClr val="00415A"/>
                </a:solidFill>
                <a:latin typeface="Lexend"/>
                <a:ea typeface="Lexend ExtraBold"/>
                <a:cs typeface="Lexend ExtraBold"/>
                <a:sym typeface="Lexend"/>
              </a:rPr>
              <a:t> </a:t>
            </a:r>
            <a:r>
              <a:rPr lang="pt-BR" sz="2500" dirty="0">
                <a:solidFill>
                  <a:srgbClr val="00415A"/>
                </a:solidFill>
                <a:latin typeface="Lexend ExtraBold"/>
                <a:ea typeface="Lexend ExtraBold"/>
                <a:cs typeface="Lexend ExtraBold"/>
                <a:sym typeface="Lexend ExtraBold"/>
              </a:rPr>
              <a:t>Funcionais</a:t>
            </a:r>
            <a:endParaRPr sz="2500" dirty="0">
              <a:solidFill>
                <a:srgbClr val="00415A"/>
              </a:solidFill>
              <a:latin typeface="Lexend ExtraBold"/>
              <a:ea typeface="Lexend ExtraBold"/>
              <a:cs typeface="Lexend ExtraBold"/>
              <a:sym typeface="Lexend ExtraBold"/>
            </a:endParaRPr>
          </a:p>
        </p:txBody>
      </p:sp>
      <p:sp>
        <p:nvSpPr>
          <p:cNvPr id="2" name="Google Shape;76;p3">
            <a:extLst>
              <a:ext uri="{FF2B5EF4-FFF2-40B4-BE49-F238E27FC236}">
                <a16:creationId xmlns:a16="http://schemas.microsoft.com/office/drawing/2014/main" id="{B8F0E978-ACC7-806E-1DBB-2EE50F1F6F5D}"/>
              </a:ext>
            </a:extLst>
          </p:cNvPr>
          <p:cNvSpPr txBox="1"/>
          <p:nvPr/>
        </p:nvSpPr>
        <p:spPr>
          <a:xfrm>
            <a:off x="356971" y="1197056"/>
            <a:ext cx="4908711" cy="224673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b="1" dirty="0">
                <a:solidFill>
                  <a:schemeClr val="bg2">
                    <a:lumMod val="75000"/>
                  </a:schemeClr>
                </a:solidFill>
                <a:latin typeface="Lexend ExtraLight"/>
                <a:ea typeface="Lexend ExtraLight"/>
                <a:cs typeface="Lexend ExtraLight"/>
                <a:sym typeface="Lexend ExtraLight"/>
              </a:rPr>
              <a:t>REQUISITOS DE DESEMPENHO</a:t>
            </a:r>
          </a:p>
          <a:p>
            <a:pPr marL="0" lvl="0" indent="0" algn="ctr" rtl="0">
              <a:spcBef>
                <a:spcPts val="0"/>
              </a:spcBef>
              <a:spcAft>
                <a:spcPts val="0"/>
              </a:spcAft>
              <a:buNone/>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Tempo de resposta</a:t>
            </a:r>
          </a:p>
          <a:p>
            <a:pPr lvl="0" algn="l" rtl="0">
              <a:spcBef>
                <a:spcPts val="0"/>
              </a:spcBef>
              <a:spcAft>
                <a:spcPts val="0"/>
              </a:spcAft>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Vazão (quantidade de operações por segundo)</a:t>
            </a:r>
          </a:p>
          <a:p>
            <a:pPr marL="171450" lvl="0" indent="-171450" algn="l" rtl="0">
              <a:spcBef>
                <a:spcPts val="0"/>
              </a:spcBef>
              <a:spcAft>
                <a:spcPts val="0"/>
              </a:spcAft>
              <a:buFontTx/>
              <a:buChar char="-"/>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Capacidade de processamento</a:t>
            </a:r>
          </a:p>
          <a:p>
            <a:pPr marL="171450" lvl="0" indent="-171450" algn="l" rtl="0">
              <a:spcBef>
                <a:spcPts val="0"/>
              </a:spcBef>
              <a:spcAft>
                <a:spcPts val="0"/>
              </a:spcAft>
              <a:buFontTx/>
              <a:buChar char="-"/>
            </a:pPr>
            <a:endParaRPr lang="pt-BR" sz="1200" dirty="0">
              <a:solidFill>
                <a:schemeClr val="bg2">
                  <a:lumMod val="75000"/>
                </a:schemeClr>
              </a:solidFill>
              <a:latin typeface="Lexend ExtraLight"/>
              <a:ea typeface="Lexend ExtraLight"/>
              <a:cs typeface="Lexend ExtraLight"/>
              <a:sym typeface="Lexend ExtraLight"/>
            </a:endParaRPr>
          </a:p>
          <a:p>
            <a:pPr lvl="0" algn="l" rtl="0">
              <a:spcBef>
                <a:spcPts val="0"/>
              </a:spcBef>
              <a:spcAft>
                <a:spcPts val="0"/>
              </a:spcAft>
            </a:pPr>
            <a:r>
              <a:rPr lang="pt-BR" sz="1200" b="1" dirty="0">
                <a:solidFill>
                  <a:schemeClr val="bg2">
                    <a:lumMod val="75000"/>
                  </a:schemeClr>
                </a:solidFill>
                <a:latin typeface="Lexend ExtraLight"/>
                <a:ea typeface="Lexend ExtraLight"/>
                <a:cs typeface="Lexend ExtraLight"/>
                <a:sym typeface="Lexend ExtraLight"/>
              </a:rPr>
              <a:t>Exemplo: </a:t>
            </a:r>
            <a:r>
              <a:rPr lang="pt-BR" sz="1200" dirty="0">
                <a:solidFill>
                  <a:schemeClr val="bg2">
                    <a:lumMod val="75000"/>
                  </a:schemeClr>
                </a:solidFill>
                <a:latin typeface="Lexend ExtraLight"/>
                <a:ea typeface="Lexend ExtraLight"/>
                <a:cs typeface="Lexend ExtraLight"/>
                <a:sym typeface="Lexend ExtraLight"/>
              </a:rPr>
              <a:t>“O sistema deve responder às consultas em até 1 segundo.”</a:t>
            </a:r>
          </a:p>
          <a:p>
            <a:pPr marL="171450" lvl="0" indent="-171450" algn="l" rtl="0">
              <a:spcBef>
                <a:spcPts val="0"/>
              </a:spcBef>
              <a:spcAft>
                <a:spcPts val="0"/>
              </a:spcAft>
              <a:buFontTx/>
              <a:buChar char="-"/>
            </a:pPr>
            <a:endParaRPr lang="pt-BR" sz="1200" dirty="0">
              <a:solidFill>
                <a:schemeClr val="bg2">
                  <a:lumMod val="75000"/>
                </a:schemeClr>
              </a:solidFill>
              <a:latin typeface="Lexend ExtraLight"/>
              <a:ea typeface="Lexend ExtraLight"/>
              <a:cs typeface="Lexend ExtraLight"/>
              <a:sym typeface="Lexend ExtraLight"/>
            </a:endParaRPr>
          </a:p>
        </p:txBody>
      </p:sp>
      <p:pic>
        <p:nvPicPr>
          <p:cNvPr id="4" name="Imagem 3">
            <a:extLst>
              <a:ext uri="{FF2B5EF4-FFF2-40B4-BE49-F238E27FC236}">
                <a16:creationId xmlns:a16="http://schemas.microsoft.com/office/drawing/2014/main" id="{02403D4F-836A-C6C4-AB2D-D8219D06289B}"/>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4649" b="85351" l="14819" r="86478"/>
                    </a14:imgEffect>
                  </a14:imgLayer>
                </a14:imgProps>
              </a:ext>
            </a:extLst>
          </a:blip>
          <a:srcRect l="21412" t="16861" r="20774" b="17749"/>
          <a:stretch>
            <a:fillRect/>
          </a:stretch>
        </p:blipFill>
        <p:spPr>
          <a:xfrm>
            <a:off x="5885793" y="1900028"/>
            <a:ext cx="2228360" cy="2520352"/>
          </a:xfrm>
          <a:prstGeom prst="rect">
            <a:avLst/>
          </a:prstGeom>
        </p:spPr>
      </p:pic>
    </p:spTree>
    <p:extLst>
      <p:ext uri="{BB962C8B-B14F-4D97-AF65-F5344CB8AC3E}">
        <p14:creationId xmlns:p14="http://schemas.microsoft.com/office/powerpoint/2010/main" val="25417916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B726ADE1-54B7-25AF-FC8B-F8838F93BAE3}"/>
            </a:ext>
          </a:extLst>
        </p:cNvPr>
        <p:cNvGrpSpPr/>
        <p:nvPr/>
      </p:nvGrpSpPr>
      <p:grpSpPr>
        <a:xfrm>
          <a:off x="0" y="0"/>
          <a:ext cx="0" cy="0"/>
          <a:chOff x="0" y="0"/>
          <a:chExt cx="0" cy="0"/>
        </a:xfrm>
      </p:grpSpPr>
      <p:pic>
        <p:nvPicPr>
          <p:cNvPr id="72" name="Google Shape;72;p3" title="LOGO FAMA copiar.png">
            <a:extLst>
              <a:ext uri="{FF2B5EF4-FFF2-40B4-BE49-F238E27FC236}">
                <a16:creationId xmlns:a16="http://schemas.microsoft.com/office/drawing/2014/main" id="{C2CB5140-84AD-B268-38E2-3802B34B9E31}"/>
              </a:ext>
            </a:extLst>
          </p:cNvPr>
          <p:cNvPicPr preferRelativeResize="0"/>
          <p:nvPr/>
        </p:nvPicPr>
        <p:blipFill rotWithShape="1">
          <a:blip r:embed="rId3">
            <a:alphaModFix/>
          </a:blip>
          <a:srcRect/>
          <a:stretch/>
        </p:blipFill>
        <p:spPr>
          <a:xfrm>
            <a:off x="8114153" y="164900"/>
            <a:ext cx="889574" cy="268000"/>
          </a:xfrm>
          <a:prstGeom prst="rect">
            <a:avLst/>
          </a:prstGeom>
          <a:noFill/>
          <a:ln>
            <a:noFill/>
          </a:ln>
        </p:spPr>
      </p:pic>
      <p:pic>
        <p:nvPicPr>
          <p:cNvPr id="73" name="Google Shape;73;p3" title="02.png">
            <a:extLst>
              <a:ext uri="{FF2B5EF4-FFF2-40B4-BE49-F238E27FC236}">
                <a16:creationId xmlns:a16="http://schemas.microsoft.com/office/drawing/2014/main" id="{5C29FCA8-3739-9156-F97D-91B0F6080D87}"/>
              </a:ext>
            </a:extLst>
          </p:cNvPr>
          <p:cNvPicPr preferRelativeResize="0"/>
          <p:nvPr/>
        </p:nvPicPr>
        <p:blipFill>
          <a:blip r:embed="rId4">
            <a:alphaModFix/>
          </a:blip>
          <a:stretch>
            <a:fillRect/>
          </a:stretch>
        </p:blipFill>
        <p:spPr>
          <a:xfrm>
            <a:off x="0" y="0"/>
            <a:ext cx="9144000" cy="5143505"/>
          </a:xfrm>
          <a:prstGeom prst="rect">
            <a:avLst/>
          </a:prstGeom>
          <a:noFill/>
          <a:ln>
            <a:noFill/>
          </a:ln>
        </p:spPr>
      </p:pic>
      <p:sp>
        <p:nvSpPr>
          <p:cNvPr id="75" name="Google Shape;75;p3">
            <a:extLst>
              <a:ext uri="{FF2B5EF4-FFF2-40B4-BE49-F238E27FC236}">
                <a16:creationId xmlns:a16="http://schemas.microsoft.com/office/drawing/2014/main" id="{8479C611-C19D-E43B-820B-4A49D8C43A0B}"/>
              </a:ext>
            </a:extLst>
          </p:cNvPr>
          <p:cNvSpPr txBox="1"/>
          <p:nvPr/>
        </p:nvSpPr>
        <p:spPr>
          <a:xfrm>
            <a:off x="315974" y="298900"/>
            <a:ext cx="5919726"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500" dirty="0">
                <a:solidFill>
                  <a:srgbClr val="00415A"/>
                </a:solidFill>
                <a:latin typeface="Lexend"/>
                <a:ea typeface="Lexend ExtraBold"/>
                <a:cs typeface="Lexend ExtraBold"/>
                <a:sym typeface="Lexend"/>
              </a:rPr>
              <a:t>Tipos de Requisitos </a:t>
            </a:r>
            <a:r>
              <a:rPr lang="pt-BR" sz="2500" dirty="0">
                <a:solidFill>
                  <a:srgbClr val="00415A"/>
                </a:solidFill>
                <a:latin typeface="Lexend ExtraBold"/>
                <a:sym typeface="Lexend"/>
              </a:rPr>
              <a:t>Não</a:t>
            </a:r>
            <a:r>
              <a:rPr lang="pt-BR" sz="2500" dirty="0">
                <a:solidFill>
                  <a:srgbClr val="00415A"/>
                </a:solidFill>
                <a:latin typeface="Lexend"/>
                <a:ea typeface="Lexend ExtraBold"/>
                <a:cs typeface="Lexend ExtraBold"/>
                <a:sym typeface="Lexend"/>
              </a:rPr>
              <a:t> </a:t>
            </a:r>
            <a:r>
              <a:rPr lang="pt-BR" sz="2500" dirty="0">
                <a:solidFill>
                  <a:srgbClr val="00415A"/>
                </a:solidFill>
                <a:latin typeface="Lexend ExtraBold"/>
                <a:ea typeface="Lexend ExtraBold"/>
                <a:cs typeface="Lexend ExtraBold"/>
                <a:sym typeface="Lexend ExtraBold"/>
              </a:rPr>
              <a:t>Funcionais</a:t>
            </a:r>
            <a:endParaRPr sz="2500" dirty="0">
              <a:solidFill>
                <a:srgbClr val="00415A"/>
              </a:solidFill>
              <a:latin typeface="Lexend ExtraBold"/>
              <a:ea typeface="Lexend ExtraBold"/>
              <a:cs typeface="Lexend ExtraBold"/>
              <a:sym typeface="Lexend ExtraBold"/>
            </a:endParaRPr>
          </a:p>
        </p:txBody>
      </p:sp>
      <p:sp>
        <p:nvSpPr>
          <p:cNvPr id="2" name="Google Shape;76;p3">
            <a:extLst>
              <a:ext uri="{FF2B5EF4-FFF2-40B4-BE49-F238E27FC236}">
                <a16:creationId xmlns:a16="http://schemas.microsoft.com/office/drawing/2014/main" id="{8D6CAD36-61BC-2051-0320-5DBDF37465E8}"/>
              </a:ext>
            </a:extLst>
          </p:cNvPr>
          <p:cNvSpPr txBox="1"/>
          <p:nvPr/>
        </p:nvSpPr>
        <p:spPr>
          <a:xfrm>
            <a:off x="356971" y="1197056"/>
            <a:ext cx="4908711" cy="206207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b="1" dirty="0">
                <a:solidFill>
                  <a:schemeClr val="bg2">
                    <a:lumMod val="75000"/>
                  </a:schemeClr>
                </a:solidFill>
                <a:latin typeface="Lexend ExtraLight"/>
                <a:ea typeface="Lexend ExtraLight"/>
                <a:cs typeface="Lexend ExtraLight"/>
                <a:sym typeface="Lexend ExtraLight"/>
              </a:rPr>
              <a:t>REQUISITOS DE CONFIABILIDADE</a:t>
            </a:r>
          </a:p>
          <a:p>
            <a:pPr marL="0" lvl="0" indent="0" algn="ctr" rtl="0">
              <a:spcBef>
                <a:spcPts val="0"/>
              </a:spcBef>
              <a:spcAft>
                <a:spcPts val="0"/>
              </a:spcAft>
              <a:buNone/>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Taxa de falhas</a:t>
            </a:r>
          </a:p>
          <a:p>
            <a:pPr lvl="0" algn="l" rtl="0">
              <a:spcBef>
                <a:spcPts val="0"/>
              </a:spcBef>
              <a:spcAft>
                <a:spcPts val="0"/>
              </a:spcAft>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Tempo médio entre falhas (MTBF)</a:t>
            </a:r>
          </a:p>
          <a:p>
            <a:pPr lvl="0" algn="l" rtl="0">
              <a:spcBef>
                <a:spcPts val="0"/>
              </a:spcBef>
              <a:spcAft>
                <a:spcPts val="0"/>
              </a:spcAft>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Tempo médio de reparo (MTTR)</a:t>
            </a:r>
          </a:p>
          <a:p>
            <a:pPr lvl="0" algn="l" rtl="0">
              <a:spcBef>
                <a:spcPts val="0"/>
              </a:spcBef>
              <a:spcAft>
                <a:spcPts val="0"/>
              </a:spcAft>
            </a:pPr>
            <a:endParaRPr lang="pt-BR" sz="1200" dirty="0">
              <a:solidFill>
                <a:schemeClr val="bg2">
                  <a:lumMod val="75000"/>
                </a:schemeClr>
              </a:solidFill>
              <a:latin typeface="Lexend ExtraLight"/>
              <a:ea typeface="Lexend ExtraLight"/>
              <a:cs typeface="Lexend ExtraLight"/>
              <a:sym typeface="Lexend ExtraLight"/>
            </a:endParaRPr>
          </a:p>
          <a:p>
            <a:pPr lvl="0" algn="l" rtl="0">
              <a:spcBef>
                <a:spcPts val="0"/>
              </a:spcBef>
              <a:spcAft>
                <a:spcPts val="0"/>
              </a:spcAft>
            </a:pPr>
            <a:r>
              <a:rPr lang="pt-BR" sz="1200" b="1" dirty="0">
                <a:solidFill>
                  <a:schemeClr val="bg2">
                    <a:lumMod val="75000"/>
                  </a:schemeClr>
                </a:solidFill>
                <a:latin typeface="Lexend ExtraLight"/>
                <a:ea typeface="Lexend ExtraLight"/>
                <a:cs typeface="Lexend ExtraLight"/>
                <a:sym typeface="Lexend ExtraLight"/>
              </a:rPr>
              <a:t>Exemplo: </a:t>
            </a:r>
            <a:r>
              <a:rPr lang="pt-BR" sz="1200" dirty="0">
                <a:solidFill>
                  <a:schemeClr val="bg2">
                    <a:lumMod val="75000"/>
                  </a:schemeClr>
                </a:solidFill>
                <a:latin typeface="Lexend ExtraLight"/>
                <a:ea typeface="Lexend ExtraLight"/>
                <a:cs typeface="Lexend ExtraLight"/>
                <a:sym typeface="Lexend ExtraLight"/>
              </a:rPr>
              <a:t>“Disponibilidade de 99,9% durante o horário comercial.”</a:t>
            </a:r>
          </a:p>
        </p:txBody>
      </p:sp>
      <p:pic>
        <p:nvPicPr>
          <p:cNvPr id="9" name="Imagem 8">
            <a:extLst>
              <a:ext uri="{FF2B5EF4-FFF2-40B4-BE49-F238E27FC236}">
                <a16:creationId xmlns:a16="http://schemas.microsoft.com/office/drawing/2014/main" id="{CAF6B8A0-3804-C0AB-2F39-DDAF6C4C4507}"/>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786" b="92173" l="7348" r="92173">
                        <a14:foregroundMark x1="55591" y1="90575" x2="55591" y2="90575"/>
                        <a14:foregroundMark x1="10703" y1="33387" x2="10703" y2="33387"/>
                        <a14:foregroundMark x1="87859" y1="16613" x2="87859" y2="16613"/>
                        <a14:foregroundMark x1="84345" y1="70128" x2="84345" y2="70128"/>
                        <a14:foregroundMark x1="52236" y1="26518" x2="52236" y2="34984"/>
                        <a14:foregroundMark x1="49840" y1="43770" x2="48882" y2="30831"/>
                        <a14:foregroundMark x1="48882" y1="30831" x2="57827" y2="26358"/>
                        <a14:foregroundMark x1="55751" y1="28594" x2="46645" y2="34026"/>
                        <a14:foregroundMark x1="46645" y1="34026" x2="46166" y2="44089"/>
                        <a14:foregroundMark x1="53195" y1="44089" x2="56070" y2="44728"/>
                        <a14:foregroundMark x1="56070" y1="26837" x2="47604" y2="29233"/>
                        <a14:foregroundMark x1="11821" y1="80032" x2="9585" y2="78115"/>
                        <a14:foregroundMark x1="45048" y1="10224" x2="31789" y2="8786"/>
                        <a14:foregroundMark x1="31789" y1="8786" x2="29712" y2="9265"/>
                        <a14:foregroundMark x1="57987" y1="8946" x2="70767" y2="8786"/>
                        <a14:foregroundMark x1="70767" y1="8786" x2="73482" y2="8786"/>
                        <a14:foregroundMark x1="90735" y1="76677" x2="92332" y2="23482"/>
                        <a14:foregroundMark x1="11022" y1="43770" x2="8946" y2="34505"/>
                        <a14:foregroundMark x1="8946" y1="34505" x2="10383" y2="26518"/>
                        <a14:foregroundMark x1="9744" y1="70128" x2="9265" y2="59904"/>
                        <a14:foregroundMark x1="9265" y1="59904" x2="9265" y2="59904"/>
                        <a14:foregroundMark x1="33387" y1="92013" x2="26518" y2="89457"/>
                        <a14:foregroundMark x1="56550" y1="92013" x2="74281" y2="92492"/>
                        <a14:foregroundMark x1="53195" y1="90735" x2="55911" y2="91374"/>
                        <a14:foregroundMark x1="8786" y1="80032" x2="8786" y2="80032"/>
                        <a14:foregroundMark x1="9744" y1="74760" x2="9265" y2="58307"/>
                        <a14:foregroundMark x1="8786" y1="57348" x2="7348" y2="70128"/>
                        <a14:foregroundMark x1="7348" y1="70128" x2="7508" y2="70447"/>
                        <a14:foregroundMark x1="11182" y1="80511" x2="11182" y2="80511"/>
                        <a14:foregroundMark x1="8946" y1="79233" x2="8946" y2="79233"/>
                        <a14:foregroundMark x1="8466" y1="78275" x2="8466" y2="78275"/>
                        <a14:foregroundMark x1="8307" y1="77316" x2="8786" y2="78914"/>
                      </a14:backgroundRemoval>
                    </a14:imgEffect>
                  </a14:imgLayer>
                </a14:imgProps>
              </a:ext>
            </a:extLst>
          </a:blip>
          <a:srcRect l="6066" t="5812" r="4840" b="4368"/>
          <a:stretch>
            <a:fillRect/>
          </a:stretch>
        </p:blipFill>
        <p:spPr>
          <a:xfrm>
            <a:off x="5622653" y="2123785"/>
            <a:ext cx="2252290" cy="2270687"/>
          </a:xfrm>
          <a:prstGeom prst="rect">
            <a:avLst/>
          </a:prstGeom>
        </p:spPr>
      </p:pic>
    </p:spTree>
    <p:extLst>
      <p:ext uri="{BB962C8B-B14F-4D97-AF65-F5344CB8AC3E}">
        <p14:creationId xmlns:p14="http://schemas.microsoft.com/office/powerpoint/2010/main" val="836291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3F7969F9-F750-4144-EF21-829F06350D42}"/>
            </a:ext>
          </a:extLst>
        </p:cNvPr>
        <p:cNvGrpSpPr/>
        <p:nvPr/>
      </p:nvGrpSpPr>
      <p:grpSpPr>
        <a:xfrm>
          <a:off x="0" y="0"/>
          <a:ext cx="0" cy="0"/>
          <a:chOff x="0" y="0"/>
          <a:chExt cx="0" cy="0"/>
        </a:xfrm>
      </p:grpSpPr>
      <p:pic>
        <p:nvPicPr>
          <p:cNvPr id="72" name="Google Shape;72;p3" title="LOGO FAMA copiar.png">
            <a:extLst>
              <a:ext uri="{FF2B5EF4-FFF2-40B4-BE49-F238E27FC236}">
                <a16:creationId xmlns:a16="http://schemas.microsoft.com/office/drawing/2014/main" id="{2FB7FE88-884E-BE86-85AB-38C5220E7C7C}"/>
              </a:ext>
            </a:extLst>
          </p:cNvPr>
          <p:cNvPicPr preferRelativeResize="0"/>
          <p:nvPr/>
        </p:nvPicPr>
        <p:blipFill rotWithShape="1">
          <a:blip r:embed="rId3">
            <a:alphaModFix/>
          </a:blip>
          <a:srcRect/>
          <a:stretch/>
        </p:blipFill>
        <p:spPr>
          <a:xfrm>
            <a:off x="8114153" y="164900"/>
            <a:ext cx="889574" cy="268000"/>
          </a:xfrm>
          <a:prstGeom prst="rect">
            <a:avLst/>
          </a:prstGeom>
          <a:noFill/>
          <a:ln>
            <a:noFill/>
          </a:ln>
        </p:spPr>
      </p:pic>
      <p:pic>
        <p:nvPicPr>
          <p:cNvPr id="73" name="Google Shape;73;p3" title="02.png">
            <a:extLst>
              <a:ext uri="{FF2B5EF4-FFF2-40B4-BE49-F238E27FC236}">
                <a16:creationId xmlns:a16="http://schemas.microsoft.com/office/drawing/2014/main" id="{033F75C0-6FD6-7BAA-66CC-952A06B6787D}"/>
              </a:ext>
            </a:extLst>
          </p:cNvPr>
          <p:cNvPicPr preferRelativeResize="0"/>
          <p:nvPr/>
        </p:nvPicPr>
        <p:blipFill>
          <a:blip r:embed="rId4">
            <a:alphaModFix/>
          </a:blip>
          <a:stretch>
            <a:fillRect/>
          </a:stretch>
        </p:blipFill>
        <p:spPr>
          <a:xfrm>
            <a:off x="0" y="0"/>
            <a:ext cx="9144000" cy="5143505"/>
          </a:xfrm>
          <a:prstGeom prst="rect">
            <a:avLst/>
          </a:prstGeom>
          <a:noFill/>
          <a:ln>
            <a:noFill/>
          </a:ln>
        </p:spPr>
      </p:pic>
      <p:sp>
        <p:nvSpPr>
          <p:cNvPr id="75" name="Google Shape;75;p3">
            <a:extLst>
              <a:ext uri="{FF2B5EF4-FFF2-40B4-BE49-F238E27FC236}">
                <a16:creationId xmlns:a16="http://schemas.microsoft.com/office/drawing/2014/main" id="{7DE7F644-5A5B-7C34-06AD-A4E8E9281632}"/>
              </a:ext>
            </a:extLst>
          </p:cNvPr>
          <p:cNvSpPr txBox="1"/>
          <p:nvPr/>
        </p:nvSpPr>
        <p:spPr>
          <a:xfrm>
            <a:off x="315974" y="298900"/>
            <a:ext cx="5919726"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500" dirty="0">
                <a:solidFill>
                  <a:srgbClr val="00415A"/>
                </a:solidFill>
                <a:latin typeface="Lexend"/>
                <a:ea typeface="Lexend ExtraBold"/>
                <a:cs typeface="Lexend ExtraBold"/>
                <a:sym typeface="Lexend"/>
              </a:rPr>
              <a:t>Tipos de Requisitos </a:t>
            </a:r>
            <a:r>
              <a:rPr lang="pt-BR" sz="2500" dirty="0">
                <a:solidFill>
                  <a:srgbClr val="00415A"/>
                </a:solidFill>
                <a:latin typeface="Lexend ExtraBold"/>
                <a:sym typeface="Lexend"/>
              </a:rPr>
              <a:t>Não</a:t>
            </a:r>
            <a:r>
              <a:rPr lang="pt-BR" sz="2500" dirty="0">
                <a:solidFill>
                  <a:srgbClr val="00415A"/>
                </a:solidFill>
                <a:latin typeface="Lexend"/>
                <a:ea typeface="Lexend ExtraBold"/>
                <a:cs typeface="Lexend ExtraBold"/>
                <a:sym typeface="Lexend"/>
              </a:rPr>
              <a:t> </a:t>
            </a:r>
            <a:r>
              <a:rPr lang="pt-BR" sz="2500" dirty="0">
                <a:solidFill>
                  <a:srgbClr val="00415A"/>
                </a:solidFill>
                <a:latin typeface="Lexend ExtraBold"/>
                <a:ea typeface="Lexend ExtraBold"/>
                <a:cs typeface="Lexend ExtraBold"/>
                <a:sym typeface="Lexend ExtraBold"/>
              </a:rPr>
              <a:t>Funcionais</a:t>
            </a:r>
            <a:endParaRPr sz="2500" dirty="0">
              <a:solidFill>
                <a:srgbClr val="00415A"/>
              </a:solidFill>
              <a:latin typeface="Lexend ExtraBold"/>
              <a:ea typeface="Lexend ExtraBold"/>
              <a:cs typeface="Lexend ExtraBold"/>
              <a:sym typeface="Lexend ExtraBold"/>
            </a:endParaRPr>
          </a:p>
        </p:txBody>
      </p:sp>
      <p:sp>
        <p:nvSpPr>
          <p:cNvPr id="2" name="Google Shape;76;p3">
            <a:extLst>
              <a:ext uri="{FF2B5EF4-FFF2-40B4-BE49-F238E27FC236}">
                <a16:creationId xmlns:a16="http://schemas.microsoft.com/office/drawing/2014/main" id="{9F9A56A7-51DC-5D02-4781-9B22A01D6E33}"/>
              </a:ext>
            </a:extLst>
          </p:cNvPr>
          <p:cNvSpPr txBox="1"/>
          <p:nvPr/>
        </p:nvSpPr>
        <p:spPr>
          <a:xfrm>
            <a:off x="356971" y="1197056"/>
            <a:ext cx="4908711" cy="206207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b="1" dirty="0">
                <a:solidFill>
                  <a:schemeClr val="bg2">
                    <a:lumMod val="75000"/>
                  </a:schemeClr>
                </a:solidFill>
                <a:latin typeface="Lexend ExtraLight"/>
                <a:ea typeface="Lexend ExtraLight"/>
                <a:cs typeface="Lexend ExtraLight"/>
                <a:sym typeface="Lexend ExtraLight"/>
              </a:rPr>
              <a:t>REQUISITOS DE USABILIDADE</a:t>
            </a:r>
          </a:p>
          <a:p>
            <a:pPr marL="0" lvl="0" indent="0" algn="ctr" rtl="0">
              <a:spcBef>
                <a:spcPts val="0"/>
              </a:spcBef>
              <a:spcAft>
                <a:spcPts val="0"/>
              </a:spcAft>
              <a:buNone/>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Facilidade de aprendizado</a:t>
            </a:r>
          </a:p>
          <a:p>
            <a:pPr lvl="0" algn="l" rtl="0">
              <a:spcBef>
                <a:spcPts val="0"/>
              </a:spcBef>
              <a:spcAft>
                <a:spcPts val="0"/>
              </a:spcAft>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Intuitividade da interface</a:t>
            </a:r>
          </a:p>
          <a:p>
            <a:pPr lvl="0" algn="l" rtl="0">
              <a:spcBef>
                <a:spcPts val="0"/>
              </a:spcBef>
              <a:spcAft>
                <a:spcPts val="0"/>
              </a:spcAft>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Acessibilidade (usuários com deficiência)</a:t>
            </a:r>
          </a:p>
          <a:p>
            <a:pPr lvl="0" algn="l" rtl="0">
              <a:spcBef>
                <a:spcPts val="0"/>
              </a:spcBef>
              <a:spcAft>
                <a:spcPts val="0"/>
              </a:spcAft>
            </a:pPr>
            <a:endParaRPr lang="pt-BR" sz="1200" dirty="0">
              <a:solidFill>
                <a:schemeClr val="bg2">
                  <a:lumMod val="75000"/>
                </a:schemeClr>
              </a:solidFill>
              <a:latin typeface="Lexend ExtraLight"/>
              <a:ea typeface="Lexend ExtraLight"/>
              <a:cs typeface="Lexend ExtraLight"/>
              <a:sym typeface="Lexend ExtraLight"/>
            </a:endParaRPr>
          </a:p>
          <a:p>
            <a:pPr lvl="0" algn="l" rtl="0">
              <a:spcBef>
                <a:spcPts val="0"/>
              </a:spcBef>
              <a:spcAft>
                <a:spcPts val="0"/>
              </a:spcAft>
            </a:pPr>
            <a:r>
              <a:rPr lang="pt-BR" sz="1200" b="1" dirty="0">
                <a:solidFill>
                  <a:schemeClr val="bg2">
                    <a:lumMod val="75000"/>
                  </a:schemeClr>
                </a:solidFill>
                <a:latin typeface="Lexend ExtraLight"/>
                <a:ea typeface="Lexend ExtraLight"/>
                <a:cs typeface="Lexend ExtraLight"/>
                <a:sym typeface="Lexend ExtraLight"/>
              </a:rPr>
              <a:t>Exemplo: </a:t>
            </a:r>
            <a:r>
              <a:rPr lang="pt-BR" sz="1200" dirty="0">
                <a:solidFill>
                  <a:schemeClr val="bg2">
                    <a:lumMod val="75000"/>
                  </a:schemeClr>
                </a:solidFill>
                <a:latin typeface="Lexend ExtraLight"/>
                <a:ea typeface="Lexend ExtraLight"/>
                <a:cs typeface="Lexend ExtraLight"/>
                <a:sym typeface="Lexend ExtraLight"/>
              </a:rPr>
              <a:t>“Um novo usuário deve aprender a usar o sistema em até 10 minutos.”</a:t>
            </a:r>
          </a:p>
        </p:txBody>
      </p:sp>
      <p:pic>
        <p:nvPicPr>
          <p:cNvPr id="4" name="Imagem 3">
            <a:extLst>
              <a:ext uri="{FF2B5EF4-FFF2-40B4-BE49-F238E27FC236}">
                <a16:creationId xmlns:a16="http://schemas.microsoft.com/office/drawing/2014/main" id="{FCD69F6B-1432-4510-5901-EE295CF14171}"/>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87540" y1="16294" x2="87540" y2="16294"/>
                        <a14:foregroundMark x1="11022" y1="32109" x2="11022" y2="32109"/>
                        <a14:foregroundMark x1="55591" y1="89137" x2="55591" y2="89137"/>
                        <a14:foregroundMark x1="52716" y1="40895" x2="40256" y2="46805"/>
                        <a14:foregroundMark x1="40256" y1="46805" x2="39137" y2="46006"/>
                        <a14:foregroundMark x1="84505" y1="70927" x2="84505" y2="70927"/>
                      </a14:backgroundRemoval>
                    </a14:imgEffect>
                  </a14:imgLayer>
                </a14:imgProps>
              </a:ext>
            </a:extLst>
          </a:blip>
          <a:srcRect l="6135" t="10455" r="10041" b="6618"/>
          <a:stretch>
            <a:fillRect/>
          </a:stretch>
        </p:blipFill>
        <p:spPr>
          <a:xfrm>
            <a:off x="5622653" y="2073765"/>
            <a:ext cx="2396359" cy="2370728"/>
          </a:xfrm>
          <a:prstGeom prst="rect">
            <a:avLst/>
          </a:prstGeom>
        </p:spPr>
      </p:pic>
    </p:spTree>
    <p:extLst>
      <p:ext uri="{BB962C8B-B14F-4D97-AF65-F5344CB8AC3E}">
        <p14:creationId xmlns:p14="http://schemas.microsoft.com/office/powerpoint/2010/main" val="40302322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3CE3244E-56CB-F2EF-37FF-6DCD8E72F46A}"/>
            </a:ext>
          </a:extLst>
        </p:cNvPr>
        <p:cNvGrpSpPr/>
        <p:nvPr/>
      </p:nvGrpSpPr>
      <p:grpSpPr>
        <a:xfrm>
          <a:off x="0" y="0"/>
          <a:ext cx="0" cy="0"/>
          <a:chOff x="0" y="0"/>
          <a:chExt cx="0" cy="0"/>
        </a:xfrm>
      </p:grpSpPr>
      <p:pic>
        <p:nvPicPr>
          <p:cNvPr id="72" name="Google Shape;72;p3" title="LOGO FAMA copiar.png">
            <a:extLst>
              <a:ext uri="{FF2B5EF4-FFF2-40B4-BE49-F238E27FC236}">
                <a16:creationId xmlns:a16="http://schemas.microsoft.com/office/drawing/2014/main" id="{E677D72C-9FF3-76B9-8B43-D0BEE0E9715A}"/>
              </a:ext>
            </a:extLst>
          </p:cNvPr>
          <p:cNvPicPr preferRelativeResize="0"/>
          <p:nvPr/>
        </p:nvPicPr>
        <p:blipFill rotWithShape="1">
          <a:blip r:embed="rId3">
            <a:alphaModFix/>
          </a:blip>
          <a:srcRect/>
          <a:stretch/>
        </p:blipFill>
        <p:spPr>
          <a:xfrm>
            <a:off x="8114153" y="164900"/>
            <a:ext cx="889574" cy="268000"/>
          </a:xfrm>
          <a:prstGeom prst="rect">
            <a:avLst/>
          </a:prstGeom>
          <a:noFill/>
          <a:ln>
            <a:noFill/>
          </a:ln>
        </p:spPr>
      </p:pic>
      <p:pic>
        <p:nvPicPr>
          <p:cNvPr id="73" name="Google Shape;73;p3" title="02.png">
            <a:extLst>
              <a:ext uri="{FF2B5EF4-FFF2-40B4-BE49-F238E27FC236}">
                <a16:creationId xmlns:a16="http://schemas.microsoft.com/office/drawing/2014/main" id="{9589C697-45EA-BE12-29D4-4928CFDA6F94}"/>
              </a:ext>
            </a:extLst>
          </p:cNvPr>
          <p:cNvPicPr preferRelativeResize="0"/>
          <p:nvPr/>
        </p:nvPicPr>
        <p:blipFill>
          <a:blip r:embed="rId4">
            <a:alphaModFix/>
          </a:blip>
          <a:stretch>
            <a:fillRect/>
          </a:stretch>
        </p:blipFill>
        <p:spPr>
          <a:xfrm>
            <a:off x="0" y="0"/>
            <a:ext cx="9144000" cy="5143505"/>
          </a:xfrm>
          <a:prstGeom prst="rect">
            <a:avLst/>
          </a:prstGeom>
          <a:noFill/>
          <a:ln>
            <a:noFill/>
          </a:ln>
        </p:spPr>
      </p:pic>
      <p:sp>
        <p:nvSpPr>
          <p:cNvPr id="75" name="Google Shape;75;p3">
            <a:extLst>
              <a:ext uri="{FF2B5EF4-FFF2-40B4-BE49-F238E27FC236}">
                <a16:creationId xmlns:a16="http://schemas.microsoft.com/office/drawing/2014/main" id="{2AC55F35-8D58-2C3E-C1DD-4FC94D218F82}"/>
              </a:ext>
            </a:extLst>
          </p:cNvPr>
          <p:cNvSpPr txBox="1"/>
          <p:nvPr/>
        </p:nvSpPr>
        <p:spPr>
          <a:xfrm>
            <a:off x="315974" y="298900"/>
            <a:ext cx="5919726"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500" dirty="0">
                <a:solidFill>
                  <a:srgbClr val="00415A"/>
                </a:solidFill>
                <a:latin typeface="Lexend"/>
                <a:ea typeface="Lexend ExtraBold"/>
                <a:cs typeface="Lexend ExtraBold"/>
                <a:sym typeface="Lexend"/>
              </a:rPr>
              <a:t>Tipos de Requisitos </a:t>
            </a:r>
            <a:r>
              <a:rPr lang="pt-BR" sz="2500" dirty="0">
                <a:solidFill>
                  <a:srgbClr val="00415A"/>
                </a:solidFill>
                <a:latin typeface="Lexend ExtraBold"/>
                <a:sym typeface="Lexend"/>
              </a:rPr>
              <a:t>Não</a:t>
            </a:r>
            <a:r>
              <a:rPr lang="pt-BR" sz="2500" dirty="0">
                <a:solidFill>
                  <a:srgbClr val="00415A"/>
                </a:solidFill>
                <a:latin typeface="Lexend"/>
                <a:ea typeface="Lexend ExtraBold"/>
                <a:cs typeface="Lexend ExtraBold"/>
                <a:sym typeface="Lexend"/>
              </a:rPr>
              <a:t> </a:t>
            </a:r>
            <a:r>
              <a:rPr lang="pt-BR" sz="2500" dirty="0">
                <a:solidFill>
                  <a:srgbClr val="00415A"/>
                </a:solidFill>
                <a:latin typeface="Lexend ExtraBold"/>
                <a:ea typeface="Lexend ExtraBold"/>
                <a:cs typeface="Lexend ExtraBold"/>
                <a:sym typeface="Lexend ExtraBold"/>
              </a:rPr>
              <a:t>Funcionais</a:t>
            </a:r>
            <a:endParaRPr sz="2500" dirty="0">
              <a:solidFill>
                <a:srgbClr val="00415A"/>
              </a:solidFill>
              <a:latin typeface="Lexend ExtraBold"/>
              <a:ea typeface="Lexend ExtraBold"/>
              <a:cs typeface="Lexend ExtraBold"/>
              <a:sym typeface="Lexend ExtraBold"/>
            </a:endParaRPr>
          </a:p>
        </p:txBody>
      </p:sp>
      <p:sp>
        <p:nvSpPr>
          <p:cNvPr id="2" name="Google Shape;76;p3">
            <a:extLst>
              <a:ext uri="{FF2B5EF4-FFF2-40B4-BE49-F238E27FC236}">
                <a16:creationId xmlns:a16="http://schemas.microsoft.com/office/drawing/2014/main" id="{4CCCF106-D6CE-0A0A-30B3-C787CC1F361F}"/>
              </a:ext>
            </a:extLst>
          </p:cNvPr>
          <p:cNvSpPr txBox="1"/>
          <p:nvPr/>
        </p:nvSpPr>
        <p:spPr>
          <a:xfrm>
            <a:off x="356971" y="1081442"/>
            <a:ext cx="4908711" cy="261607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b="1" dirty="0">
                <a:solidFill>
                  <a:schemeClr val="bg2">
                    <a:lumMod val="75000"/>
                  </a:schemeClr>
                </a:solidFill>
                <a:latin typeface="Lexend ExtraLight"/>
                <a:ea typeface="Lexend ExtraLight"/>
                <a:cs typeface="Lexend ExtraLight"/>
                <a:sym typeface="Lexend ExtraLight"/>
              </a:rPr>
              <a:t>REQUISITOS DE SEGURANÇA</a:t>
            </a:r>
          </a:p>
          <a:p>
            <a:pPr marL="0" lvl="0" indent="0" algn="ctr" rtl="0">
              <a:spcBef>
                <a:spcPts val="0"/>
              </a:spcBef>
              <a:spcAft>
                <a:spcPts val="0"/>
              </a:spcAft>
              <a:buNone/>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Autenticação</a:t>
            </a:r>
          </a:p>
          <a:p>
            <a:pPr lvl="0" algn="l" rtl="0">
              <a:spcBef>
                <a:spcPts val="0"/>
              </a:spcBef>
              <a:spcAft>
                <a:spcPts val="0"/>
              </a:spcAft>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Autorização</a:t>
            </a:r>
          </a:p>
          <a:p>
            <a:pPr lvl="0" algn="l" rtl="0">
              <a:spcBef>
                <a:spcPts val="0"/>
              </a:spcBef>
              <a:spcAft>
                <a:spcPts val="0"/>
              </a:spcAft>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Criptografia</a:t>
            </a:r>
          </a:p>
          <a:p>
            <a:pPr lvl="0" algn="l" rtl="0">
              <a:spcBef>
                <a:spcPts val="0"/>
              </a:spcBef>
              <a:spcAft>
                <a:spcPts val="0"/>
              </a:spcAft>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Auditoria de acessos</a:t>
            </a:r>
          </a:p>
          <a:p>
            <a:pPr marL="171450" lvl="0" indent="-171450" algn="l" rtl="0">
              <a:spcBef>
                <a:spcPts val="0"/>
              </a:spcBef>
              <a:spcAft>
                <a:spcPts val="0"/>
              </a:spcAft>
              <a:buFontTx/>
              <a:buChar char="-"/>
            </a:pPr>
            <a:endParaRPr lang="pt-BR" sz="1200" dirty="0">
              <a:solidFill>
                <a:schemeClr val="bg2">
                  <a:lumMod val="75000"/>
                </a:schemeClr>
              </a:solidFill>
              <a:latin typeface="Lexend ExtraLight"/>
              <a:ea typeface="Lexend ExtraLight"/>
              <a:cs typeface="Lexend ExtraLight"/>
              <a:sym typeface="Lexend ExtraLight"/>
            </a:endParaRPr>
          </a:p>
          <a:p>
            <a:pPr lvl="0" algn="l" rtl="0">
              <a:spcBef>
                <a:spcPts val="0"/>
              </a:spcBef>
              <a:spcAft>
                <a:spcPts val="0"/>
              </a:spcAft>
            </a:pPr>
            <a:r>
              <a:rPr lang="pt-BR" sz="1200" b="1" dirty="0">
                <a:solidFill>
                  <a:schemeClr val="bg2">
                    <a:lumMod val="75000"/>
                  </a:schemeClr>
                </a:solidFill>
                <a:latin typeface="Lexend ExtraLight"/>
                <a:ea typeface="Lexend ExtraLight"/>
                <a:cs typeface="Lexend ExtraLight"/>
                <a:sym typeface="Lexend ExtraLight"/>
              </a:rPr>
              <a:t>Exemplo: </a:t>
            </a:r>
            <a:r>
              <a:rPr lang="pt-BR" sz="1200" dirty="0">
                <a:solidFill>
                  <a:schemeClr val="bg2">
                    <a:lumMod val="75000"/>
                  </a:schemeClr>
                </a:solidFill>
                <a:latin typeface="Lexend ExtraLight"/>
                <a:ea typeface="Lexend ExtraLight"/>
                <a:cs typeface="Lexend ExtraLight"/>
                <a:sym typeface="Lexend ExtraLight"/>
              </a:rPr>
              <a:t>“Todas as transações financeiras devem ser criptografadas com AES-256.” </a:t>
            </a:r>
          </a:p>
          <a:p>
            <a:pPr lvl="0" algn="l" rtl="0">
              <a:spcBef>
                <a:spcPts val="0"/>
              </a:spcBef>
              <a:spcAft>
                <a:spcPts val="0"/>
              </a:spcAft>
            </a:pPr>
            <a:r>
              <a:rPr lang="pt-BR" sz="1200" dirty="0">
                <a:solidFill>
                  <a:schemeClr val="bg2">
                    <a:lumMod val="75000"/>
                  </a:schemeClr>
                </a:solidFill>
                <a:latin typeface="Lexend ExtraLight"/>
                <a:ea typeface="Lexend ExtraLight"/>
                <a:cs typeface="Lexend ExtraLight"/>
                <a:sym typeface="Lexend ExtraLight"/>
              </a:rPr>
              <a:t>(AES-256: método de segurança digital)</a:t>
            </a:r>
          </a:p>
        </p:txBody>
      </p:sp>
      <p:pic>
        <p:nvPicPr>
          <p:cNvPr id="4100" name="Picture 4" descr="ícone de login em estilo cômico. ilustração em vetor dos desenhos animados  de acesso de senha no fundo branco isolado. conceito de negócio de efeito  de respingo de entrada de cadeado. 16131022">
            <a:extLst>
              <a:ext uri="{FF2B5EF4-FFF2-40B4-BE49-F238E27FC236}">
                <a16:creationId xmlns:a16="http://schemas.microsoft.com/office/drawing/2014/main" id="{20ADEDD9-FDFB-DABC-B78B-68DE63E9D6AC}"/>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10000" b="90000" l="9898" r="90000">
                        <a14:foregroundMark x1="55714" y1="36122" x2="44694" y2="35102"/>
                        <a14:foregroundMark x1="52041" y1="53571" x2="48776" y2="51531"/>
                        <a14:foregroundMark x1="58571" y1="66837" x2="50816" y2="64184"/>
                        <a14:foregroundMark x1="70000" y1="71122" x2="37653" y2="66020"/>
                        <a14:foregroundMark x1="37653" y1="66020" x2="30000" y2="66633"/>
                        <a14:foregroundMark x1="50408" y1="31429" x2="47347" y2="40306"/>
                        <a14:foregroundMark x1="84286" y1="70306" x2="84286" y2="70306"/>
                        <a14:foregroundMark x1="86939" y1="15714" x2="86939" y2="15714"/>
                        <a14:foregroundMark x1="42449" y1="11429" x2="42449" y2="11429"/>
                        <a14:foregroundMark x1="10204" y1="31837" x2="10204" y2="31837"/>
                        <a14:foregroundMark x1="9898" y1="79286" x2="9898" y2="79286"/>
                        <a14:foregroundMark x1="55918" y1="89694" x2="55918" y2="89694"/>
                      </a14:backgroundRemoval>
                    </a14:imgEffect>
                  </a14:imgLayer>
                </a14:imgProps>
              </a:ext>
              <a:ext uri="{28A0092B-C50C-407E-A947-70E740481C1C}">
                <a14:useLocalDpi xmlns:a14="http://schemas.microsoft.com/office/drawing/2010/main" val="0"/>
              </a:ext>
            </a:extLst>
          </a:blip>
          <a:srcRect l="6475" t="8417" r="7017" b="5811"/>
          <a:stretch>
            <a:fillRect/>
          </a:stretch>
        </p:blipFill>
        <p:spPr bwMode="auto">
          <a:xfrm>
            <a:off x="5655513" y="2028495"/>
            <a:ext cx="2458640" cy="24377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406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853B5DA4-2D01-C5F3-BDD1-5672C279CC08}"/>
            </a:ext>
          </a:extLst>
        </p:cNvPr>
        <p:cNvGrpSpPr/>
        <p:nvPr/>
      </p:nvGrpSpPr>
      <p:grpSpPr>
        <a:xfrm>
          <a:off x="0" y="0"/>
          <a:ext cx="0" cy="0"/>
          <a:chOff x="0" y="0"/>
          <a:chExt cx="0" cy="0"/>
        </a:xfrm>
      </p:grpSpPr>
      <p:pic>
        <p:nvPicPr>
          <p:cNvPr id="72" name="Google Shape;72;p3" title="LOGO FAMA copiar.png">
            <a:extLst>
              <a:ext uri="{FF2B5EF4-FFF2-40B4-BE49-F238E27FC236}">
                <a16:creationId xmlns:a16="http://schemas.microsoft.com/office/drawing/2014/main" id="{27C898C0-05F6-DAC5-4E5B-3BD8E08FB427}"/>
              </a:ext>
            </a:extLst>
          </p:cNvPr>
          <p:cNvPicPr preferRelativeResize="0"/>
          <p:nvPr/>
        </p:nvPicPr>
        <p:blipFill rotWithShape="1">
          <a:blip r:embed="rId3">
            <a:alphaModFix/>
          </a:blip>
          <a:srcRect/>
          <a:stretch/>
        </p:blipFill>
        <p:spPr>
          <a:xfrm>
            <a:off x="8114153" y="164900"/>
            <a:ext cx="889574" cy="268000"/>
          </a:xfrm>
          <a:prstGeom prst="rect">
            <a:avLst/>
          </a:prstGeom>
          <a:noFill/>
          <a:ln>
            <a:noFill/>
          </a:ln>
        </p:spPr>
      </p:pic>
      <p:pic>
        <p:nvPicPr>
          <p:cNvPr id="73" name="Google Shape;73;p3" title="02.png">
            <a:extLst>
              <a:ext uri="{FF2B5EF4-FFF2-40B4-BE49-F238E27FC236}">
                <a16:creationId xmlns:a16="http://schemas.microsoft.com/office/drawing/2014/main" id="{0B536E03-7CBA-5840-FF42-D9680389C15A}"/>
              </a:ext>
            </a:extLst>
          </p:cNvPr>
          <p:cNvPicPr preferRelativeResize="0"/>
          <p:nvPr/>
        </p:nvPicPr>
        <p:blipFill>
          <a:blip r:embed="rId4">
            <a:alphaModFix/>
          </a:blip>
          <a:stretch>
            <a:fillRect/>
          </a:stretch>
        </p:blipFill>
        <p:spPr>
          <a:xfrm>
            <a:off x="0" y="0"/>
            <a:ext cx="9144000" cy="5143505"/>
          </a:xfrm>
          <a:prstGeom prst="rect">
            <a:avLst/>
          </a:prstGeom>
          <a:noFill/>
          <a:ln>
            <a:noFill/>
          </a:ln>
        </p:spPr>
      </p:pic>
      <p:sp>
        <p:nvSpPr>
          <p:cNvPr id="75" name="Google Shape;75;p3">
            <a:extLst>
              <a:ext uri="{FF2B5EF4-FFF2-40B4-BE49-F238E27FC236}">
                <a16:creationId xmlns:a16="http://schemas.microsoft.com/office/drawing/2014/main" id="{81CF43E9-48BB-C5F8-FC26-83923E718E4E}"/>
              </a:ext>
            </a:extLst>
          </p:cNvPr>
          <p:cNvSpPr txBox="1"/>
          <p:nvPr/>
        </p:nvSpPr>
        <p:spPr>
          <a:xfrm>
            <a:off x="315974" y="298900"/>
            <a:ext cx="5919726"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500" dirty="0">
                <a:solidFill>
                  <a:srgbClr val="00415A"/>
                </a:solidFill>
                <a:latin typeface="Lexend"/>
                <a:ea typeface="Lexend ExtraBold"/>
                <a:cs typeface="Lexend ExtraBold"/>
                <a:sym typeface="Lexend"/>
              </a:rPr>
              <a:t>Tipos de Requisitos </a:t>
            </a:r>
            <a:r>
              <a:rPr lang="pt-BR" sz="2500" dirty="0">
                <a:solidFill>
                  <a:srgbClr val="00415A"/>
                </a:solidFill>
                <a:latin typeface="Lexend ExtraBold"/>
                <a:sym typeface="Lexend"/>
              </a:rPr>
              <a:t>Não</a:t>
            </a:r>
            <a:r>
              <a:rPr lang="pt-BR" sz="2500" dirty="0">
                <a:solidFill>
                  <a:srgbClr val="00415A"/>
                </a:solidFill>
                <a:latin typeface="Lexend"/>
                <a:ea typeface="Lexend ExtraBold"/>
                <a:cs typeface="Lexend ExtraBold"/>
                <a:sym typeface="Lexend"/>
              </a:rPr>
              <a:t> </a:t>
            </a:r>
            <a:r>
              <a:rPr lang="pt-BR" sz="2500" dirty="0">
                <a:solidFill>
                  <a:srgbClr val="00415A"/>
                </a:solidFill>
                <a:latin typeface="Lexend ExtraBold"/>
                <a:ea typeface="Lexend ExtraBold"/>
                <a:cs typeface="Lexend ExtraBold"/>
                <a:sym typeface="Lexend ExtraBold"/>
              </a:rPr>
              <a:t>Funcionais</a:t>
            </a:r>
            <a:endParaRPr sz="2500" dirty="0">
              <a:solidFill>
                <a:srgbClr val="00415A"/>
              </a:solidFill>
              <a:latin typeface="Lexend ExtraBold"/>
              <a:ea typeface="Lexend ExtraBold"/>
              <a:cs typeface="Lexend ExtraBold"/>
              <a:sym typeface="Lexend ExtraBold"/>
            </a:endParaRPr>
          </a:p>
        </p:txBody>
      </p:sp>
      <p:sp>
        <p:nvSpPr>
          <p:cNvPr id="2" name="Google Shape;76;p3">
            <a:extLst>
              <a:ext uri="{FF2B5EF4-FFF2-40B4-BE49-F238E27FC236}">
                <a16:creationId xmlns:a16="http://schemas.microsoft.com/office/drawing/2014/main" id="{742C6C30-0EDE-A676-E97B-166AA97E4375}"/>
              </a:ext>
            </a:extLst>
          </p:cNvPr>
          <p:cNvSpPr txBox="1"/>
          <p:nvPr/>
        </p:nvSpPr>
        <p:spPr>
          <a:xfrm>
            <a:off x="356971" y="1197056"/>
            <a:ext cx="4908711" cy="206207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b="1" dirty="0">
                <a:solidFill>
                  <a:schemeClr val="bg2">
                    <a:lumMod val="75000"/>
                  </a:schemeClr>
                </a:solidFill>
                <a:latin typeface="Lexend ExtraLight"/>
                <a:ea typeface="Lexend ExtraLight"/>
                <a:cs typeface="Lexend ExtraLight"/>
                <a:sym typeface="Lexend ExtraLight"/>
              </a:rPr>
              <a:t>REQUISITOS DE MANUTENIBILIDADE</a:t>
            </a:r>
          </a:p>
          <a:p>
            <a:pPr marL="0" lvl="0" indent="0" algn="ctr" rtl="0">
              <a:spcBef>
                <a:spcPts val="0"/>
              </a:spcBef>
              <a:spcAft>
                <a:spcPts val="0"/>
              </a:spcAft>
              <a:buNone/>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Facilidade de corrigir erros</a:t>
            </a:r>
          </a:p>
          <a:p>
            <a:pPr lvl="0" algn="l" rtl="0">
              <a:spcBef>
                <a:spcPts val="0"/>
              </a:spcBef>
              <a:spcAft>
                <a:spcPts val="0"/>
              </a:spcAft>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Facilidade de evoluir funcionalidades</a:t>
            </a:r>
          </a:p>
          <a:p>
            <a:pPr lvl="0" algn="l" rtl="0">
              <a:spcBef>
                <a:spcPts val="0"/>
              </a:spcBef>
              <a:spcAft>
                <a:spcPts val="0"/>
              </a:spcAft>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Modularidade do sistema</a:t>
            </a:r>
          </a:p>
          <a:p>
            <a:pPr lvl="0" algn="l" rtl="0">
              <a:spcBef>
                <a:spcPts val="0"/>
              </a:spcBef>
              <a:spcAft>
                <a:spcPts val="0"/>
              </a:spcAft>
            </a:pPr>
            <a:endParaRPr lang="pt-BR" sz="1200" dirty="0">
              <a:solidFill>
                <a:schemeClr val="bg2">
                  <a:lumMod val="75000"/>
                </a:schemeClr>
              </a:solidFill>
              <a:latin typeface="Lexend ExtraLight"/>
              <a:ea typeface="Lexend ExtraLight"/>
              <a:cs typeface="Lexend ExtraLight"/>
              <a:sym typeface="Lexend ExtraLight"/>
            </a:endParaRPr>
          </a:p>
          <a:p>
            <a:pPr lvl="0" algn="l" rtl="0">
              <a:spcBef>
                <a:spcPts val="0"/>
              </a:spcBef>
              <a:spcAft>
                <a:spcPts val="0"/>
              </a:spcAft>
            </a:pPr>
            <a:r>
              <a:rPr lang="pt-BR" sz="1200" b="1" dirty="0">
                <a:solidFill>
                  <a:schemeClr val="bg2">
                    <a:lumMod val="75000"/>
                  </a:schemeClr>
                </a:solidFill>
                <a:latin typeface="Lexend ExtraLight"/>
                <a:ea typeface="Lexend ExtraLight"/>
                <a:cs typeface="Lexend ExtraLight"/>
                <a:sym typeface="Lexend ExtraLight"/>
              </a:rPr>
              <a:t>Exemplo: </a:t>
            </a:r>
            <a:r>
              <a:rPr lang="pt-BR" sz="1200" dirty="0">
                <a:solidFill>
                  <a:schemeClr val="bg2">
                    <a:lumMod val="75000"/>
                  </a:schemeClr>
                </a:solidFill>
                <a:latin typeface="Lexend ExtraLight"/>
                <a:ea typeface="Lexend ExtraLight"/>
                <a:cs typeface="Lexend ExtraLight"/>
                <a:sym typeface="Lexend ExtraLight"/>
              </a:rPr>
              <a:t>“Alterações devem ser implementadas em menos de 8 horas de trabalho.”</a:t>
            </a:r>
          </a:p>
        </p:txBody>
      </p:sp>
      <p:pic>
        <p:nvPicPr>
          <p:cNvPr id="5126" name="Picture 6" descr="Ícone de engrenagem de desenho animado em estilo cômico ilustração de roda  dentada pictograma conceito de negócio de respingo de roda dentada | Vetor  Premium">
            <a:extLst>
              <a:ext uri="{FF2B5EF4-FFF2-40B4-BE49-F238E27FC236}">
                <a16:creationId xmlns:a16="http://schemas.microsoft.com/office/drawing/2014/main" id="{2A1D16CB-CF0C-016A-6C45-D71B7910856F}"/>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10000" b="90000" l="10000" r="90000">
                        <a14:foregroundMark x1="10543" y1="33387" x2="10543" y2="33387"/>
                        <a14:foregroundMark x1="87859" y1="15495" x2="87859" y2="15495"/>
                        <a14:foregroundMark x1="55112" y1="88498" x2="55112" y2="88498"/>
                        <a14:foregroundMark x1="10224" y1="79073" x2="10224" y2="79073"/>
                        <a14:foregroundMark x1="41374" y1="61022" x2="41374" y2="61022"/>
                        <a14:foregroundMark x1="65655" y1="66454" x2="61182" y2="60064"/>
                        <a14:foregroundMark x1="48083" y1="41534" x2="46326" y2="29872"/>
                        <a14:foregroundMark x1="43610" y1="63419" x2="37540" y2="60224"/>
                        <a14:foregroundMark x1="42173" y1="12300" x2="42173" y2="12300"/>
                        <a14:foregroundMark x1="57188" y1="72524" x2="57188" y2="72524"/>
                        <a14:foregroundMark x1="57348" y1="71885" x2="57348" y2="71885"/>
                        <a14:foregroundMark x1="57348" y1="71725" x2="57348" y2="72364"/>
                        <a14:backgroundMark x1="74121" y1="23163" x2="65974" y2="18371"/>
                        <a14:backgroundMark x1="65974" y1="18371" x2="49521" y2="15335"/>
                        <a14:backgroundMark x1="49521" y1="15335" x2="40096" y2="17412"/>
                        <a14:backgroundMark x1="40096" y1="17412" x2="26518" y2="29073"/>
                        <a14:backgroundMark x1="26518" y1="29073" x2="23802" y2="43930"/>
                        <a14:backgroundMark x1="55751" y1="71086" x2="55751" y2="71086"/>
                        <a14:backgroundMark x1="55272" y1="59265" x2="55272" y2="59265"/>
                        <a14:backgroundMark x1="54153" y1="60224" x2="54153" y2="60224"/>
                      </a14:backgroundRemoval>
                    </a14:imgEffect>
                  </a14:imgLayer>
                </a14:imgProps>
              </a:ext>
              <a:ext uri="{28A0092B-C50C-407E-A947-70E740481C1C}">
                <a14:useLocalDpi xmlns:a14="http://schemas.microsoft.com/office/drawing/2010/main" val="0"/>
              </a:ext>
            </a:extLst>
          </a:blip>
          <a:srcRect l="7293" t="8417" r="8314" b="7638"/>
          <a:stretch>
            <a:fillRect/>
          </a:stretch>
        </p:blipFill>
        <p:spPr bwMode="auto">
          <a:xfrm>
            <a:off x="5620501" y="1996967"/>
            <a:ext cx="2493652" cy="2480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04200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FC539548-790A-D606-ADC4-8153EABE42D0}"/>
            </a:ext>
          </a:extLst>
        </p:cNvPr>
        <p:cNvGrpSpPr/>
        <p:nvPr/>
      </p:nvGrpSpPr>
      <p:grpSpPr>
        <a:xfrm>
          <a:off x="0" y="0"/>
          <a:ext cx="0" cy="0"/>
          <a:chOff x="0" y="0"/>
          <a:chExt cx="0" cy="0"/>
        </a:xfrm>
      </p:grpSpPr>
      <p:pic>
        <p:nvPicPr>
          <p:cNvPr id="72" name="Google Shape;72;p3" title="LOGO FAMA copiar.png">
            <a:extLst>
              <a:ext uri="{FF2B5EF4-FFF2-40B4-BE49-F238E27FC236}">
                <a16:creationId xmlns:a16="http://schemas.microsoft.com/office/drawing/2014/main" id="{8C2FA27E-A676-EF29-34F8-3020A31931BD}"/>
              </a:ext>
            </a:extLst>
          </p:cNvPr>
          <p:cNvPicPr preferRelativeResize="0"/>
          <p:nvPr/>
        </p:nvPicPr>
        <p:blipFill rotWithShape="1">
          <a:blip r:embed="rId3">
            <a:alphaModFix/>
          </a:blip>
          <a:srcRect/>
          <a:stretch/>
        </p:blipFill>
        <p:spPr>
          <a:xfrm>
            <a:off x="8114153" y="164900"/>
            <a:ext cx="889574" cy="268000"/>
          </a:xfrm>
          <a:prstGeom prst="rect">
            <a:avLst/>
          </a:prstGeom>
          <a:noFill/>
          <a:ln>
            <a:noFill/>
          </a:ln>
        </p:spPr>
      </p:pic>
      <p:pic>
        <p:nvPicPr>
          <p:cNvPr id="73" name="Google Shape;73;p3" title="02.png">
            <a:extLst>
              <a:ext uri="{FF2B5EF4-FFF2-40B4-BE49-F238E27FC236}">
                <a16:creationId xmlns:a16="http://schemas.microsoft.com/office/drawing/2014/main" id="{34966D73-9EA9-DEEB-E27C-231CDE2CADE3}"/>
              </a:ext>
            </a:extLst>
          </p:cNvPr>
          <p:cNvPicPr preferRelativeResize="0"/>
          <p:nvPr/>
        </p:nvPicPr>
        <p:blipFill>
          <a:blip r:embed="rId4">
            <a:alphaModFix/>
          </a:blip>
          <a:stretch>
            <a:fillRect/>
          </a:stretch>
        </p:blipFill>
        <p:spPr>
          <a:xfrm>
            <a:off x="0" y="0"/>
            <a:ext cx="9144000" cy="5143505"/>
          </a:xfrm>
          <a:prstGeom prst="rect">
            <a:avLst/>
          </a:prstGeom>
          <a:noFill/>
          <a:ln>
            <a:noFill/>
          </a:ln>
        </p:spPr>
      </p:pic>
      <p:sp>
        <p:nvSpPr>
          <p:cNvPr id="75" name="Google Shape;75;p3">
            <a:extLst>
              <a:ext uri="{FF2B5EF4-FFF2-40B4-BE49-F238E27FC236}">
                <a16:creationId xmlns:a16="http://schemas.microsoft.com/office/drawing/2014/main" id="{78989D69-748C-B63F-4F24-190BCA4E389F}"/>
              </a:ext>
            </a:extLst>
          </p:cNvPr>
          <p:cNvSpPr txBox="1"/>
          <p:nvPr/>
        </p:nvSpPr>
        <p:spPr>
          <a:xfrm>
            <a:off x="315974" y="298900"/>
            <a:ext cx="5919726"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500" dirty="0">
                <a:solidFill>
                  <a:srgbClr val="00415A"/>
                </a:solidFill>
                <a:latin typeface="Lexend"/>
                <a:ea typeface="Lexend ExtraBold"/>
                <a:cs typeface="Lexend ExtraBold"/>
                <a:sym typeface="Lexend"/>
              </a:rPr>
              <a:t>Tipos de Requisitos </a:t>
            </a:r>
            <a:r>
              <a:rPr lang="pt-BR" sz="2500" dirty="0">
                <a:solidFill>
                  <a:srgbClr val="00415A"/>
                </a:solidFill>
                <a:latin typeface="Lexend ExtraBold"/>
                <a:sym typeface="Lexend"/>
              </a:rPr>
              <a:t>Não</a:t>
            </a:r>
            <a:r>
              <a:rPr lang="pt-BR" sz="2500" dirty="0">
                <a:solidFill>
                  <a:srgbClr val="00415A"/>
                </a:solidFill>
                <a:latin typeface="Lexend"/>
                <a:ea typeface="Lexend ExtraBold"/>
                <a:cs typeface="Lexend ExtraBold"/>
                <a:sym typeface="Lexend"/>
              </a:rPr>
              <a:t> </a:t>
            </a:r>
            <a:r>
              <a:rPr lang="pt-BR" sz="2500" dirty="0">
                <a:solidFill>
                  <a:srgbClr val="00415A"/>
                </a:solidFill>
                <a:latin typeface="Lexend ExtraBold"/>
                <a:ea typeface="Lexend ExtraBold"/>
                <a:cs typeface="Lexend ExtraBold"/>
                <a:sym typeface="Lexend ExtraBold"/>
              </a:rPr>
              <a:t>Funcionais</a:t>
            </a:r>
            <a:endParaRPr sz="2500" dirty="0">
              <a:solidFill>
                <a:srgbClr val="00415A"/>
              </a:solidFill>
              <a:latin typeface="Lexend ExtraBold"/>
              <a:ea typeface="Lexend ExtraBold"/>
              <a:cs typeface="Lexend ExtraBold"/>
              <a:sym typeface="Lexend ExtraBold"/>
            </a:endParaRPr>
          </a:p>
        </p:txBody>
      </p:sp>
      <p:sp>
        <p:nvSpPr>
          <p:cNvPr id="2" name="Google Shape;76;p3">
            <a:extLst>
              <a:ext uri="{FF2B5EF4-FFF2-40B4-BE49-F238E27FC236}">
                <a16:creationId xmlns:a16="http://schemas.microsoft.com/office/drawing/2014/main" id="{F7D4485B-6785-5B65-1A28-DDB7E4516744}"/>
              </a:ext>
            </a:extLst>
          </p:cNvPr>
          <p:cNvSpPr txBox="1"/>
          <p:nvPr/>
        </p:nvSpPr>
        <p:spPr>
          <a:xfrm>
            <a:off x="356971" y="1197056"/>
            <a:ext cx="4908711" cy="150807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b="1" dirty="0">
                <a:solidFill>
                  <a:schemeClr val="bg2">
                    <a:lumMod val="75000"/>
                  </a:schemeClr>
                </a:solidFill>
                <a:latin typeface="Lexend ExtraLight"/>
                <a:ea typeface="Lexend ExtraLight"/>
                <a:cs typeface="Lexend ExtraLight"/>
                <a:sym typeface="Lexend ExtraLight"/>
              </a:rPr>
              <a:t>REQUISITOS DE PORTABILIDADE</a:t>
            </a:r>
          </a:p>
          <a:p>
            <a:pPr marL="0" lvl="0" indent="0" algn="ctr" rtl="0">
              <a:spcBef>
                <a:spcPts val="0"/>
              </a:spcBef>
              <a:spcAft>
                <a:spcPts val="0"/>
              </a:spcAft>
              <a:buNone/>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Capacidade de rodar em diferentes plataformas ou dispositivos.</a:t>
            </a:r>
          </a:p>
          <a:p>
            <a:pPr lvl="0" algn="l" rtl="0">
              <a:spcBef>
                <a:spcPts val="0"/>
              </a:spcBef>
              <a:spcAft>
                <a:spcPts val="0"/>
              </a:spcAft>
            </a:pPr>
            <a:endParaRPr lang="pt-BR" sz="1200" dirty="0">
              <a:solidFill>
                <a:schemeClr val="bg2">
                  <a:lumMod val="75000"/>
                </a:schemeClr>
              </a:solidFill>
              <a:latin typeface="Lexend ExtraLight"/>
              <a:ea typeface="Lexend ExtraLight"/>
              <a:cs typeface="Lexend ExtraLight"/>
              <a:sym typeface="Lexend ExtraLight"/>
            </a:endParaRPr>
          </a:p>
          <a:p>
            <a:pPr lvl="0" algn="l" rtl="0">
              <a:spcBef>
                <a:spcPts val="0"/>
              </a:spcBef>
              <a:spcAft>
                <a:spcPts val="0"/>
              </a:spcAft>
            </a:pPr>
            <a:r>
              <a:rPr lang="pt-BR" sz="1200" b="1" dirty="0">
                <a:solidFill>
                  <a:schemeClr val="bg2">
                    <a:lumMod val="75000"/>
                  </a:schemeClr>
                </a:solidFill>
                <a:latin typeface="Lexend ExtraLight"/>
                <a:ea typeface="Lexend ExtraLight"/>
                <a:cs typeface="Lexend ExtraLight"/>
                <a:sym typeface="Lexend ExtraLight"/>
              </a:rPr>
              <a:t>Exemplo: </a:t>
            </a:r>
            <a:r>
              <a:rPr lang="pt-BR" sz="1200" dirty="0">
                <a:solidFill>
                  <a:schemeClr val="bg2">
                    <a:lumMod val="75000"/>
                  </a:schemeClr>
                </a:solidFill>
                <a:latin typeface="Lexend ExtraLight"/>
                <a:ea typeface="Lexend ExtraLight"/>
                <a:cs typeface="Lexend ExtraLight"/>
                <a:sym typeface="Lexend ExtraLight"/>
              </a:rPr>
              <a:t>“O aplicativo deve funcionar em Android e iOS a partir da versão 10.”</a:t>
            </a:r>
          </a:p>
        </p:txBody>
      </p:sp>
      <p:pic>
        <p:nvPicPr>
          <p:cNvPr id="6146" name="Picture 2" descr="Ícone de processo em estilo cômico Ilustração em vetor de desenho animado  de seta e engrenagem em fundo branco isolado Conceito de negócio de efeito  de respingo de otimização | Vetor Premium">
            <a:extLst>
              <a:ext uri="{FF2B5EF4-FFF2-40B4-BE49-F238E27FC236}">
                <a16:creationId xmlns:a16="http://schemas.microsoft.com/office/drawing/2014/main" id="{6997C89F-B02A-73B1-38BA-65CD10023692}"/>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9744" b="89776" l="8786" r="89776">
                        <a14:foregroundMark x1="45048" y1="30671" x2="33866" y2="30831"/>
                        <a14:foregroundMark x1="36102" y1="22843" x2="58307" y2="22045"/>
                        <a14:foregroundMark x1="61022" y1="78115" x2="41853" y2="77476"/>
                        <a14:foregroundMark x1="10383" y1="31949" x2="10383" y2="31949"/>
                        <a14:foregroundMark x1="85304" y1="71086" x2="85304" y2="71086"/>
                        <a14:foregroundMark x1="87540" y1="16613" x2="87540" y2="16613"/>
                        <a14:foregroundMark x1="54952" y1="89776" x2="54952" y2="89776"/>
                        <a14:foregroundMark x1="42492" y1="12620" x2="42492" y2="12620"/>
                        <a14:foregroundMark x1="42652" y1="10863" x2="42652" y2="10863"/>
                        <a14:foregroundMark x1="44409" y1="11661" x2="44409" y2="11661"/>
                        <a14:foregroundMark x1="9265" y1="78275" x2="9265" y2="78275"/>
                        <a14:foregroundMark x1="50958" y1="50958" x2="43610" y2="43131"/>
                        <a14:foregroundMark x1="49361" y1="50319" x2="45847" y2="49681"/>
                        <a14:foregroundMark x1="51917" y1="53195" x2="52077" y2="48403"/>
                        <a14:foregroundMark x1="57508" y1="51118" x2="44089" y2="44888"/>
                        <a14:foregroundMark x1="44089" y1="44888" x2="50799" y2="55751"/>
                        <a14:foregroundMark x1="50799" y1="55751" x2="48562" y2="52875"/>
                        <a14:foregroundMark x1="8786" y1="30990" x2="8786" y2="30990"/>
                        <a14:foregroundMark x1="45048" y1="35783" x2="45048" y2="35783"/>
                        <a14:backgroundMark x1="24281" y1="17093" x2="21086" y2="54952"/>
                        <a14:backgroundMark x1="21086" y1="54952" x2="24441" y2="64217"/>
                        <a14:backgroundMark x1="24441" y1="64217" x2="24920" y2="64856"/>
                        <a14:backgroundMark x1="43450" y1="24920" x2="43450" y2="24920"/>
                        <a14:backgroundMark x1="43131" y1="25399" x2="43131" y2="25399"/>
                        <a14:backgroundMark x1="59585" y1="74920" x2="59585" y2="74920"/>
                      </a14:backgroundRemoval>
                    </a14:imgEffect>
                  </a14:imgLayer>
                </a14:imgProps>
              </a:ext>
              <a:ext uri="{28A0092B-C50C-407E-A947-70E740481C1C}">
                <a14:useLocalDpi xmlns:a14="http://schemas.microsoft.com/office/drawing/2010/main" val="0"/>
              </a:ext>
            </a:extLst>
          </a:blip>
          <a:srcRect l="7088" t="8417" r="8314" b="7842"/>
          <a:stretch>
            <a:fillRect/>
          </a:stretch>
        </p:blipFill>
        <p:spPr bwMode="auto">
          <a:xfrm>
            <a:off x="5617822" y="2007475"/>
            <a:ext cx="2496331" cy="24710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56372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FDCE2395-93E4-735B-071D-30864280C341}"/>
            </a:ext>
          </a:extLst>
        </p:cNvPr>
        <p:cNvGrpSpPr/>
        <p:nvPr/>
      </p:nvGrpSpPr>
      <p:grpSpPr>
        <a:xfrm>
          <a:off x="0" y="0"/>
          <a:ext cx="0" cy="0"/>
          <a:chOff x="0" y="0"/>
          <a:chExt cx="0" cy="0"/>
        </a:xfrm>
      </p:grpSpPr>
      <p:pic>
        <p:nvPicPr>
          <p:cNvPr id="72" name="Google Shape;72;p3" title="LOGO FAMA copiar.png">
            <a:extLst>
              <a:ext uri="{FF2B5EF4-FFF2-40B4-BE49-F238E27FC236}">
                <a16:creationId xmlns:a16="http://schemas.microsoft.com/office/drawing/2014/main" id="{17731758-AB55-FD86-8FE2-9DC27A786B83}"/>
              </a:ext>
            </a:extLst>
          </p:cNvPr>
          <p:cNvPicPr preferRelativeResize="0"/>
          <p:nvPr/>
        </p:nvPicPr>
        <p:blipFill rotWithShape="1">
          <a:blip r:embed="rId3">
            <a:alphaModFix/>
          </a:blip>
          <a:srcRect/>
          <a:stretch/>
        </p:blipFill>
        <p:spPr>
          <a:xfrm>
            <a:off x="8114153" y="164900"/>
            <a:ext cx="889574" cy="268000"/>
          </a:xfrm>
          <a:prstGeom prst="rect">
            <a:avLst/>
          </a:prstGeom>
          <a:noFill/>
          <a:ln>
            <a:noFill/>
          </a:ln>
        </p:spPr>
      </p:pic>
      <p:pic>
        <p:nvPicPr>
          <p:cNvPr id="73" name="Google Shape;73;p3" title="02.png">
            <a:extLst>
              <a:ext uri="{FF2B5EF4-FFF2-40B4-BE49-F238E27FC236}">
                <a16:creationId xmlns:a16="http://schemas.microsoft.com/office/drawing/2014/main" id="{DC8B48D8-1B7E-911B-AD3A-37F63DE55B07}"/>
              </a:ext>
            </a:extLst>
          </p:cNvPr>
          <p:cNvPicPr preferRelativeResize="0"/>
          <p:nvPr/>
        </p:nvPicPr>
        <p:blipFill>
          <a:blip r:embed="rId4">
            <a:alphaModFix/>
          </a:blip>
          <a:stretch>
            <a:fillRect/>
          </a:stretch>
        </p:blipFill>
        <p:spPr>
          <a:xfrm>
            <a:off x="0" y="0"/>
            <a:ext cx="9144000" cy="5143505"/>
          </a:xfrm>
          <a:prstGeom prst="rect">
            <a:avLst/>
          </a:prstGeom>
          <a:noFill/>
          <a:ln>
            <a:noFill/>
          </a:ln>
        </p:spPr>
      </p:pic>
      <p:sp>
        <p:nvSpPr>
          <p:cNvPr id="75" name="Google Shape;75;p3">
            <a:extLst>
              <a:ext uri="{FF2B5EF4-FFF2-40B4-BE49-F238E27FC236}">
                <a16:creationId xmlns:a16="http://schemas.microsoft.com/office/drawing/2014/main" id="{DA55624D-8AFB-52AB-30E0-20CF1C1FB739}"/>
              </a:ext>
            </a:extLst>
          </p:cNvPr>
          <p:cNvSpPr txBox="1"/>
          <p:nvPr/>
        </p:nvSpPr>
        <p:spPr>
          <a:xfrm>
            <a:off x="315974" y="298900"/>
            <a:ext cx="5919726"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500" dirty="0">
                <a:solidFill>
                  <a:srgbClr val="00415A"/>
                </a:solidFill>
                <a:latin typeface="Lexend"/>
                <a:ea typeface="Lexend ExtraBold"/>
                <a:cs typeface="Lexend ExtraBold"/>
                <a:sym typeface="Lexend"/>
              </a:rPr>
              <a:t>Tipos de Requisitos </a:t>
            </a:r>
            <a:r>
              <a:rPr lang="pt-BR" sz="2500" dirty="0">
                <a:solidFill>
                  <a:srgbClr val="00415A"/>
                </a:solidFill>
                <a:latin typeface="Lexend ExtraBold"/>
                <a:sym typeface="Lexend"/>
              </a:rPr>
              <a:t>Não</a:t>
            </a:r>
            <a:r>
              <a:rPr lang="pt-BR" sz="2500" dirty="0">
                <a:solidFill>
                  <a:srgbClr val="00415A"/>
                </a:solidFill>
                <a:latin typeface="Lexend"/>
                <a:ea typeface="Lexend ExtraBold"/>
                <a:cs typeface="Lexend ExtraBold"/>
                <a:sym typeface="Lexend"/>
              </a:rPr>
              <a:t> </a:t>
            </a:r>
            <a:r>
              <a:rPr lang="pt-BR" sz="2500" dirty="0">
                <a:solidFill>
                  <a:srgbClr val="00415A"/>
                </a:solidFill>
                <a:latin typeface="Lexend ExtraBold"/>
                <a:ea typeface="Lexend ExtraBold"/>
                <a:cs typeface="Lexend ExtraBold"/>
                <a:sym typeface="Lexend ExtraBold"/>
              </a:rPr>
              <a:t>Funcionais</a:t>
            </a:r>
            <a:endParaRPr sz="2500" dirty="0">
              <a:solidFill>
                <a:srgbClr val="00415A"/>
              </a:solidFill>
              <a:latin typeface="Lexend ExtraBold"/>
              <a:ea typeface="Lexend ExtraBold"/>
              <a:cs typeface="Lexend ExtraBold"/>
              <a:sym typeface="Lexend ExtraBold"/>
            </a:endParaRPr>
          </a:p>
        </p:txBody>
      </p:sp>
      <p:sp>
        <p:nvSpPr>
          <p:cNvPr id="2" name="Google Shape;76;p3">
            <a:extLst>
              <a:ext uri="{FF2B5EF4-FFF2-40B4-BE49-F238E27FC236}">
                <a16:creationId xmlns:a16="http://schemas.microsoft.com/office/drawing/2014/main" id="{CB9442F7-5373-9BC6-7C5D-585129C97197}"/>
              </a:ext>
            </a:extLst>
          </p:cNvPr>
          <p:cNvSpPr txBox="1"/>
          <p:nvPr/>
        </p:nvSpPr>
        <p:spPr>
          <a:xfrm>
            <a:off x="356971" y="1197056"/>
            <a:ext cx="4908711" cy="150807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b="1" dirty="0">
                <a:solidFill>
                  <a:schemeClr val="bg2">
                    <a:lumMod val="75000"/>
                  </a:schemeClr>
                </a:solidFill>
                <a:latin typeface="Lexend ExtraLight"/>
                <a:ea typeface="Lexend ExtraLight"/>
                <a:cs typeface="Lexend ExtraLight"/>
                <a:sym typeface="Lexend ExtraLight"/>
              </a:rPr>
              <a:t>REQUISITOS DE ESCALABILIDADE</a:t>
            </a:r>
          </a:p>
          <a:p>
            <a:pPr marL="0" lvl="0" indent="0" algn="ctr" rtl="0">
              <a:spcBef>
                <a:spcPts val="0"/>
              </a:spcBef>
              <a:spcAft>
                <a:spcPts val="0"/>
              </a:spcAft>
              <a:buNone/>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Capacidade de suportar aumento de carga sem perda de desempenho.</a:t>
            </a:r>
          </a:p>
          <a:p>
            <a:pPr lvl="0" algn="l" rtl="0">
              <a:spcBef>
                <a:spcPts val="0"/>
              </a:spcBef>
              <a:spcAft>
                <a:spcPts val="0"/>
              </a:spcAft>
            </a:pPr>
            <a:endParaRPr lang="pt-BR" sz="1200" dirty="0">
              <a:solidFill>
                <a:schemeClr val="bg2">
                  <a:lumMod val="75000"/>
                </a:schemeClr>
              </a:solidFill>
              <a:latin typeface="Lexend ExtraLight"/>
              <a:ea typeface="Lexend ExtraLight"/>
              <a:cs typeface="Lexend ExtraLight"/>
              <a:sym typeface="Lexend ExtraLight"/>
            </a:endParaRPr>
          </a:p>
          <a:p>
            <a:pPr lvl="0" algn="l" rtl="0">
              <a:spcBef>
                <a:spcPts val="0"/>
              </a:spcBef>
              <a:spcAft>
                <a:spcPts val="0"/>
              </a:spcAft>
            </a:pPr>
            <a:r>
              <a:rPr lang="pt-BR" sz="1200" b="1" dirty="0">
                <a:solidFill>
                  <a:schemeClr val="bg2">
                    <a:lumMod val="75000"/>
                  </a:schemeClr>
                </a:solidFill>
                <a:latin typeface="Lexend ExtraLight"/>
                <a:ea typeface="Lexend ExtraLight"/>
                <a:cs typeface="Lexend ExtraLight"/>
                <a:sym typeface="Lexend ExtraLight"/>
              </a:rPr>
              <a:t>Exemplo: </a:t>
            </a:r>
            <a:r>
              <a:rPr lang="pt-BR" sz="1200" dirty="0">
                <a:solidFill>
                  <a:schemeClr val="bg2">
                    <a:lumMod val="75000"/>
                  </a:schemeClr>
                </a:solidFill>
                <a:latin typeface="Lexend ExtraLight"/>
                <a:ea typeface="Lexend ExtraLight"/>
                <a:cs typeface="Lexend ExtraLight"/>
                <a:sym typeface="Lexend ExtraLight"/>
              </a:rPr>
              <a:t>“O sistema deve suportar até 100 mil usuários simultâneos.”</a:t>
            </a:r>
          </a:p>
        </p:txBody>
      </p:sp>
      <p:pic>
        <p:nvPicPr>
          <p:cNvPr id="7178" name="Picture 10" descr="Ícone de melhoria em estilo cômico Ilustração em vetor de desenho animado  de projeto de engrenagem em fundo branco isolado Conceito de negócio de  efeito de respingo de produtividade | Vetor Premium">
            <a:extLst>
              <a:ext uri="{FF2B5EF4-FFF2-40B4-BE49-F238E27FC236}">
                <a16:creationId xmlns:a16="http://schemas.microsoft.com/office/drawing/2014/main" id="{165AAEDF-5C5F-CEB8-F6C8-9D8A92DCB7C6}"/>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10000" b="90000" l="8611" r="90000">
                        <a14:foregroundMark x1="53056" y1="71667" x2="50833" y2="61667"/>
                        <a14:foregroundMark x1="50833" y1="57222" x2="47500" y2="74167"/>
                        <a14:foregroundMark x1="47500" y1="74167" x2="48889" y2="75278"/>
                        <a14:foregroundMark x1="87222" y1="16389" x2="87222" y2="16389"/>
                        <a14:foregroundMark x1="11389" y1="33889" x2="11389" y2="33889"/>
                        <a14:foregroundMark x1="42778" y1="12222" x2="42778" y2="12222"/>
                        <a14:foregroundMark x1="42778" y1="11389" x2="42778" y2="11389"/>
                        <a14:foregroundMark x1="55000" y1="88611" x2="55000" y2="88611"/>
                        <a14:foregroundMark x1="85833" y1="71111" x2="85833" y2="71111"/>
                        <a14:foregroundMark x1="10278" y1="79444" x2="10278" y2="79444"/>
                        <a14:foregroundMark x1="8889" y1="31111" x2="8889" y2="31111"/>
                        <a14:foregroundMark x1="52778" y1="88889" x2="52778" y2="88889"/>
                        <a14:foregroundMark x1="44167" y1="11667" x2="44167" y2="11667"/>
                        <a14:foregroundMark x1="42500" y1="10278" x2="42500" y2="10278"/>
                        <a14:foregroundMark x1="40833" y1="11944" x2="40833" y2="11944"/>
                        <a14:foregroundMark x1="42222" y1="13889" x2="42222" y2="13889"/>
                        <a14:foregroundMark x1="83333" y1="69722" x2="83333" y2="69722"/>
                        <a14:foregroundMark x1="8889" y1="77500" x2="8889" y2="77500"/>
                        <a14:foregroundMark x1="11667" y1="77500" x2="11667" y2="77500"/>
                        <a14:foregroundMark x1="11389" y1="80556" x2="11389" y2="80556"/>
                        <a14:foregroundMark x1="8611" y1="80000" x2="8611" y2="80000"/>
                      </a14:backgroundRemoval>
                    </a14:imgEffect>
                  </a14:imgLayer>
                </a14:imgProps>
              </a:ext>
              <a:ext uri="{28A0092B-C50C-407E-A947-70E740481C1C}">
                <a14:useLocalDpi xmlns:a14="http://schemas.microsoft.com/office/drawing/2010/main" val="0"/>
              </a:ext>
            </a:extLst>
          </a:blip>
          <a:srcRect l="7242" t="8627" r="8774" b="3903"/>
          <a:stretch>
            <a:fillRect/>
          </a:stretch>
        </p:blipFill>
        <p:spPr bwMode="auto">
          <a:xfrm>
            <a:off x="5708702" y="1982623"/>
            <a:ext cx="2405452" cy="25052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31111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A5DC3F93-7C2A-2D80-4BE9-6A46F9E4FB54}"/>
            </a:ext>
          </a:extLst>
        </p:cNvPr>
        <p:cNvGrpSpPr/>
        <p:nvPr/>
      </p:nvGrpSpPr>
      <p:grpSpPr>
        <a:xfrm>
          <a:off x="0" y="0"/>
          <a:ext cx="0" cy="0"/>
          <a:chOff x="0" y="0"/>
          <a:chExt cx="0" cy="0"/>
        </a:xfrm>
      </p:grpSpPr>
      <p:pic>
        <p:nvPicPr>
          <p:cNvPr id="72" name="Google Shape;72;p3" title="LOGO FAMA copiar.png">
            <a:extLst>
              <a:ext uri="{FF2B5EF4-FFF2-40B4-BE49-F238E27FC236}">
                <a16:creationId xmlns:a16="http://schemas.microsoft.com/office/drawing/2014/main" id="{260B1862-74EC-D8B8-2453-5D7B1885F155}"/>
              </a:ext>
            </a:extLst>
          </p:cNvPr>
          <p:cNvPicPr preferRelativeResize="0"/>
          <p:nvPr/>
        </p:nvPicPr>
        <p:blipFill rotWithShape="1">
          <a:blip r:embed="rId3">
            <a:alphaModFix/>
          </a:blip>
          <a:srcRect/>
          <a:stretch/>
        </p:blipFill>
        <p:spPr>
          <a:xfrm>
            <a:off x="8114153" y="164900"/>
            <a:ext cx="889574" cy="268000"/>
          </a:xfrm>
          <a:prstGeom prst="rect">
            <a:avLst/>
          </a:prstGeom>
          <a:noFill/>
          <a:ln>
            <a:noFill/>
          </a:ln>
        </p:spPr>
      </p:pic>
      <p:pic>
        <p:nvPicPr>
          <p:cNvPr id="73" name="Google Shape;73;p3" title="02.png">
            <a:extLst>
              <a:ext uri="{FF2B5EF4-FFF2-40B4-BE49-F238E27FC236}">
                <a16:creationId xmlns:a16="http://schemas.microsoft.com/office/drawing/2014/main" id="{40253E5A-33A7-0218-8B3D-2C9E0AF1ABFF}"/>
              </a:ext>
            </a:extLst>
          </p:cNvPr>
          <p:cNvPicPr preferRelativeResize="0"/>
          <p:nvPr/>
        </p:nvPicPr>
        <p:blipFill>
          <a:blip r:embed="rId4">
            <a:alphaModFix/>
          </a:blip>
          <a:stretch>
            <a:fillRect/>
          </a:stretch>
        </p:blipFill>
        <p:spPr>
          <a:xfrm>
            <a:off x="0" y="0"/>
            <a:ext cx="9144000" cy="5143505"/>
          </a:xfrm>
          <a:prstGeom prst="rect">
            <a:avLst/>
          </a:prstGeom>
          <a:noFill/>
          <a:ln>
            <a:noFill/>
          </a:ln>
        </p:spPr>
      </p:pic>
      <p:sp>
        <p:nvSpPr>
          <p:cNvPr id="75" name="Google Shape;75;p3">
            <a:extLst>
              <a:ext uri="{FF2B5EF4-FFF2-40B4-BE49-F238E27FC236}">
                <a16:creationId xmlns:a16="http://schemas.microsoft.com/office/drawing/2014/main" id="{3038E8B7-41D6-F0DF-8EE2-8E3B1A46E95E}"/>
              </a:ext>
            </a:extLst>
          </p:cNvPr>
          <p:cNvSpPr txBox="1"/>
          <p:nvPr/>
        </p:nvSpPr>
        <p:spPr>
          <a:xfrm>
            <a:off x="315974" y="298900"/>
            <a:ext cx="5919726"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500" dirty="0">
                <a:solidFill>
                  <a:srgbClr val="00415A"/>
                </a:solidFill>
                <a:latin typeface="Lexend"/>
                <a:ea typeface="Lexend ExtraBold"/>
                <a:cs typeface="Lexend ExtraBold"/>
                <a:sym typeface="Lexend"/>
              </a:rPr>
              <a:t>Tipos de Requisitos </a:t>
            </a:r>
            <a:r>
              <a:rPr lang="pt-BR" sz="2500" dirty="0">
                <a:solidFill>
                  <a:srgbClr val="00415A"/>
                </a:solidFill>
                <a:latin typeface="Lexend ExtraBold"/>
                <a:sym typeface="Lexend"/>
              </a:rPr>
              <a:t>Não</a:t>
            </a:r>
            <a:r>
              <a:rPr lang="pt-BR" sz="2500" dirty="0">
                <a:solidFill>
                  <a:srgbClr val="00415A"/>
                </a:solidFill>
                <a:latin typeface="Lexend"/>
                <a:ea typeface="Lexend ExtraBold"/>
                <a:cs typeface="Lexend ExtraBold"/>
                <a:sym typeface="Lexend"/>
              </a:rPr>
              <a:t> </a:t>
            </a:r>
            <a:r>
              <a:rPr lang="pt-BR" sz="2500" dirty="0">
                <a:solidFill>
                  <a:srgbClr val="00415A"/>
                </a:solidFill>
                <a:latin typeface="Lexend ExtraBold"/>
                <a:ea typeface="Lexend ExtraBold"/>
                <a:cs typeface="Lexend ExtraBold"/>
                <a:sym typeface="Lexend ExtraBold"/>
              </a:rPr>
              <a:t>Funcionais</a:t>
            </a:r>
            <a:endParaRPr sz="2500" dirty="0">
              <a:solidFill>
                <a:srgbClr val="00415A"/>
              </a:solidFill>
              <a:latin typeface="Lexend ExtraBold"/>
              <a:ea typeface="Lexend ExtraBold"/>
              <a:cs typeface="Lexend ExtraBold"/>
              <a:sym typeface="Lexend ExtraBold"/>
            </a:endParaRPr>
          </a:p>
        </p:txBody>
      </p:sp>
      <p:sp>
        <p:nvSpPr>
          <p:cNvPr id="2" name="Google Shape;76;p3">
            <a:extLst>
              <a:ext uri="{FF2B5EF4-FFF2-40B4-BE49-F238E27FC236}">
                <a16:creationId xmlns:a16="http://schemas.microsoft.com/office/drawing/2014/main" id="{2162FF88-901B-D518-3A7B-BA5DF67E5E2A}"/>
              </a:ext>
            </a:extLst>
          </p:cNvPr>
          <p:cNvSpPr txBox="1"/>
          <p:nvPr/>
        </p:nvSpPr>
        <p:spPr>
          <a:xfrm>
            <a:off x="356971" y="1197056"/>
            <a:ext cx="4908711" cy="153885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b="1" dirty="0">
                <a:solidFill>
                  <a:schemeClr val="bg2">
                    <a:lumMod val="75000"/>
                  </a:schemeClr>
                </a:solidFill>
                <a:latin typeface="Lexend ExtraLight"/>
                <a:ea typeface="Lexend ExtraLight"/>
                <a:cs typeface="Lexend ExtraLight"/>
                <a:sym typeface="Lexend ExtraLight"/>
              </a:rPr>
              <a:t>REQUISITOS DE COMPATIBILIDADE/INTEGRAÇÃO</a:t>
            </a:r>
          </a:p>
          <a:p>
            <a:pPr marL="0" lvl="0" indent="0" algn="ctr" rtl="0">
              <a:spcBef>
                <a:spcPts val="0"/>
              </a:spcBef>
              <a:spcAft>
                <a:spcPts val="0"/>
              </a:spcAft>
              <a:buNone/>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Comunicação com outros sistemas, APIs, bancos de dados.</a:t>
            </a:r>
          </a:p>
          <a:p>
            <a:pPr lvl="0" algn="l" rtl="0">
              <a:spcBef>
                <a:spcPts val="0"/>
              </a:spcBef>
              <a:spcAft>
                <a:spcPts val="0"/>
              </a:spcAft>
            </a:pPr>
            <a:endParaRPr lang="pt-BR" sz="1200" dirty="0">
              <a:solidFill>
                <a:schemeClr val="bg2">
                  <a:lumMod val="75000"/>
                </a:schemeClr>
              </a:solidFill>
              <a:latin typeface="Lexend ExtraLight"/>
              <a:ea typeface="Lexend ExtraLight"/>
              <a:cs typeface="Lexend ExtraLight"/>
              <a:sym typeface="Lexend ExtraLight"/>
            </a:endParaRPr>
          </a:p>
          <a:p>
            <a:pPr lvl="0" algn="l" rtl="0">
              <a:spcBef>
                <a:spcPts val="0"/>
              </a:spcBef>
              <a:spcAft>
                <a:spcPts val="0"/>
              </a:spcAft>
            </a:pPr>
            <a:r>
              <a:rPr lang="pt-BR" sz="1200" b="1" dirty="0">
                <a:solidFill>
                  <a:schemeClr val="bg2">
                    <a:lumMod val="75000"/>
                  </a:schemeClr>
                </a:solidFill>
                <a:latin typeface="Lexend ExtraLight"/>
                <a:ea typeface="Lexend ExtraLight"/>
                <a:cs typeface="Lexend ExtraLight"/>
                <a:sym typeface="Lexend ExtraLight"/>
              </a:rPr>
              <a:t>Exemplo: </a:t>
            </a:r>
            <a:r>
              <a:rPr lang="pt-BR" sz="1200" dirty="0">
                <a:solidFill>
                  <a:schemeClr val="bg2">
                    <a:lumMod val="75000"/>
                  </a:schemeClr>
                </a:solidFill>
                <a:latin typeface="Lexend ExtraLight"/>
                <a:ea typeface="Lexend ExtraLight"/>
                <a:cs typeface="Lexend ExtraLight"/>
                <a:sym typeface="Lexend ExtraLight"/>
              </a:rPr>
              <a:t>“O sistema deve integrar-se com a API de pagamentos do PayPal.”</a:t>
            </a:r>
          </a:p>
        </p:txBody>
      </p:sp>
      <p:pic>
        <p:nvPicPr>
          <p:cNvPr id="8194" name="Picture 2" descr="Ícone ágil em estilo cômico Ilustração em vetor de desenho flexível em  fundo branco isolado Conceito de negócio de efeito de respingo de ciclo de  seta | Vetor Premium">
            <a:extLst>
              <a:ext uri="{FF2B5EF4-FFF2-40B4-BE49-F238E27FC236}">
                <a16:creationId xmlns:a16="http://schemas.microsoft.com/office/drawing/2014/main" id="{BC1A4D3A-0C98-0F04-67A6-DEF07ED7A432}"/>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9904" b="89936" l="9105" r="89936">
                        <a14:foregroundMark x1="49521" y1="27636" x2="49521" y2="27636"/>
                        <a14:foregroundMark x1="48722" y1="26997" x2="48722" y2="26997"/>
                        <a14:foregroundMark x1="43930" y1="27316" x2="43930" y2="27316"/>
                        <a14:foregroundMark x1="42013" y1="11821" x2="42013" y2="11821"/>
                        <a14:foregroundMark x1="86741" y1="16294" x2="86741" y2="16294"/>
                        <a14:foregroundMark x1="84984" y1="69649" x2="84984" y2="69649"/>
                        <a14:foregroundMark x1="56550" y1="88658" x2="56550" y2="88658"/>
                        <a14:foregroundMark x1="10543" y1="79233" x2="10543" y2="79233"/>
                        <a14:foregroundMark x1="10703" y1="31470" x2="10703" y2="31470"/>
                        <a14:foregroundMark x1="9105" y1="80511" x2="9105" y2="80511"/>
                        <a14:foregroundMark x1="42492" y1="10224" x2="42492" y2="10224"/>
                        <a14:foregroundMark x1="44249" y1="11981" x2="44249" y2="11981"/>
                        <a14:foregroundMark x1="40735" y1="11981" x2="40735" y2="11981"/>
                        <a14:foregroundMark x1="43291" y1="27796" x2="41853" y2="28594"/>
                      </a14:backgroundRemoval>
                    </a14:imgEffect>
                  </a14:imgLayer>
                </a14:imgProps>
              </a:ext>
              <a:ext uri="{28A0092B-C50C-407E-A947-70E740481C1C}">
                <a14:useLocalDpi xmlns:a14="http://schemas.microsoft.com/office/drawing/2010/main" val="0"/>
              </a:ext>
            </a:extLst>
          </a:blip>
          <a:srcRect l="6884" t="8417" r="8723" b="7842"/>
          <a:stretch>
            <a:fillRect/>
          </a:stretch>
        </p:blipFill>
        <p:spPr bwMode="auto">
          <a:xfrm>
            <a:off x="5626064" y="2008522"/>
            <a:ext cx="2488090" cy="2468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9926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69F68969-3206-A87A-143D-730A1E9C7F2B}"/>
            </a:ext>
          </a:extLst>
        </p:cNvPr>
        <p:cNvGrpSpPr/>
        <p:nvPr/>
      </p:nvGrpSpPr>
      <p:grpSpPr>
        <a:xfrm>
          <a:off x="0" y="0"/>
          <a:ext cx="0" cy="0"/>
          <a:chOff x="0" y="0"/>
          <a:chExt cx="0" cy="0"/>
        </a:xfrm>
      </p:grpSpPr>
      <p:pic>
        <p:nvPicPr>
          <p:cNvPr id="72" name="Google Shape;72;p3" title="LOGO FAMA copiar.png">
            <a:extLst>
              <a:ext uri="{FF2B5EF4-FFF2-40B4-BE49-F238E27FC236}">
                <a16:creationId xmlns:a16="http://schemas.microsoft.com/office/drawing/2014/main" id="{3F15C09E-78D4-0BCF-A78A-EDC894527E89}"/>
              </a:ext>
            </a:extLst>
          </p:cNvPr>
          <p:cNvPicPr preferRelativeResize="0"/>
          <p:nvPr/>
        </p:nvPicPr>
        <p:blipFill rotWithShape="1">
          <a:blip r:embed="rId3">
            <a:alphaModFix/>
          </a:blip>
          <a:srcRect/>
          <a:stretch/>
        </p:blipFill>
        <p:spPr>
          <a:xfrm>
            <a:off x="8114153" y="164900"/>
            <a:ext cx="889574" cy="268000"/>
          </a:xfrm>
          <a:prstGeom prst="rect">
            <a:avLst/>
          </a:prstGeom>
          <a:noFill/>
          <a:ln>
            <a:noFill/>
          </a:ln>
        </p:spPr>
      </p:pic>
      <p:pic>
        <p:nvPicPr>
          <p:cNvPr id="73" name="Google Shape;73;p3" title="02.png">
            <a:extLst>
              <a:ext uri="{FF2B5EF4-FFF2-40B4-BE49-F238E27FC236}">
                <a16:creationId xmlns:a16="http://schemas.microsoft.com/office/drawing/2014/main" id="{78D70946-22B5-6DBD-4885-DA26ACD25150}"/>
              </a:ext>
            </a:extLst>
          </p:cNvPr>
          <p:cNvPicPr preferRelativeResize="0"/>
          <p:nvPr/>
        </p:nvPicPr>
        <p:blipFill>
          <a:blip r:embed="rId4">
            <a:alphaModFix/>
          </a:blip>
          <a:stretch>
            <a:fillRect/>
          </a:stretch>
        </p:blipFill>
        <p:spPr>
          <a:xfrm>
            <a:off x="0" y="0"/>
            <a:ext cx="9144000" cy="5143505"/>
          </a:xfrm>
          <a:prstGeom prst="rect">
            <a:avLst/>
          </a:prstGeom>
          <a:noFill/>
          <a:ln>
            <a:noFill/>
          </a:ln>
        </p:spPr>
      </p:pic>
      <p:sp>
        <p:nvSpPr>
          <p:cNvPr id="75" name="Google Shape;75;p3">
            <a:extLst>
              <a:ext uri="{FF2B5EF4-FFF2-40B4-BE49-F238E27FC236}">
                <a16:creationId xmlns:a16="http://schemas.microsoft.com/office/drawing/2014/main" id="{CD4E633B-8102-6F4D-116A-E140ABEBFFF7}"/>
              </a:ext>
            </a:extLst>
          </p:cNvPr>
          <p:cNvSpPr txBox="1"/>
          <p:nvPr/>
        </p:nvSpPr>
        <p:spPr>
          <a:xfrm>
            <a:off x="315974" y="298900"/>
            <a:ext cx="5919726"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500" dirty="0">
                <a:solidFill>
                  <a:srgbClr val="00415A"/>
                </a:solidFill>
                <a:latin typeface="Lexend"/>
                <a:ea typeface="Lexend ExtraBold"/>
                <a:cs typeface="Lexend ExtraBold"/>
                <a:sym typeface="Lexend"/>
              </a:rPr>
              <a:t>Tipos de Requisitos </a:t>
            </a:r>
            <a:r>
              <a:rPr lang="pt-BR" sz="2500" dirty="0">
                <a:solidFill>
                  <a:srgbClr val="00415A"/>
                </a:solidFill>
                <a:latin typeface="Lexend ExtraBold"/>
                <a:sym typeface="Lexend"/>
              </a:rPr>
              <a:t>Não</a:t>
            </a:r>
            <a:r>
              <a:rPr lang="pt-BR" sz="2500" dirty="0">
                <a:solidFill>
                  <a:srgbClr val="00415A"/>
                </a:solidFill>
                <a:latin typeface="Lexend"/>
                <a:ea typeface="Lexend ExtraBold"/>
                <a:cs typeface="Lexend ExtraBold"/>
                <a:sym typeface="Lexend"/>
              </a:rPr>
              <a:t> </a:t>
            </a:r>
            <a:r>
              <a:rPr lang="pt-BR" sz="2500" dirty="0">
                <a:solidFill>
                  <a:srgbClr val="00415A"/>
                </a:solidFill>
                <a:latin typeface="Lexend ExtraBold"/>
                <a:ea typeface="Lexend ExtraBold"/>
                <a:cs typeface="Lexend ExtraBold"/>
                <a:sym typeface="Lexend ExtraBold"/>
              </a:rPr>
              <a:t>Funcionais</a:t>
            </a:r>
            <a:endParaRPr sz="2500" dirty="0">
              <a:solidFill>
                <a:srgbClr val="00415A"/>
              </a:solidFill>
              <a:latin typeface="Lexend ExtraBold"/>
              <a:ea typeface="Lexend ExtraBold"/>
              <a:cs typeface="Lexend ExtraBold"/>
              <a:sym typeface="Lexend ExtraBold"/>
            </a:endParaRPr>
          </a:p>
        </p:txBody>
      </p:sp>
      <p:sp>
        <p:nvSpPr>
          <p:cNvPr id="2" name="Google Shape;76;p3">
            <a:extLst>
              <a:ext uri="{FF2B5EF4-FFF2-40B4-BE49-F238E27FC236}">
                <a16:creationId xmlns:a16="http://schemas.microsoft.com/office/drawing/2014/main" id="{E616BCBE-E678-2C38-DE06-E63354D52E43}"/>
              </a:ext>
            </a:extLst>
          </p:cNvPr>
          <p:cNvSpPr txBox="1"/>
          <p:nvPr/>
        </p:nvSpPr>
        <p:spPr>
          <a:xfrm>
            <a:off x="356971" y="1197056"/>
            <a:ext cx="4908711" cy="132340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b="1" dirty="0">
                <a:solidFill>
                  <a:schemeClr val="bg2">
                    <a:lumMod val="75000"/>
                  </a:schemeClr>
                </a:solidFill>
                <a:latin typeface="Lexend ExtraLight"/>
                <a:ea typeface="Lexend ExtraLight"/>
                <a:cs typeface="Lexend ExtraLight"/>
                <a:sym typeface="Lexend ExtraLight"/>
              </a:rPr>
              <a:t>REQUISITOS LEGAIS E NORMATIVOS</a:t>
            </a:r>
          </a:p>
          <a:p>
            <a:pPr marL="0" lvl="0" indent="0" algn="ctr" rtl="0">
              <a:spcBef>
                <a:spcPts val="0"/>
              </a:spcBef>
              <a:spcAft>
                <a:spcPts val="0"/>
              </a:spcAft>
              <a:buNone/>
            </a:pPr>
            <a:endParaRPr lang="pt-BR" sz="1200" dirty="0">
              <a:solidFill>
                <a:schemeClr val="bg2">
                  <a:lumMod val="75000"/>
                </a:schemeClr>
              </a:solidFill>
              <a:latin typeface="Lexend ExtraLight"/>
              <a:ea typeface="Lexend ExtraLight"/>
              <a:cs typeface="Lexend ExtraLight"/>
              <a:sym typeface="Lexend ExtraLight"/>
            </a:endParaRPr>
          </a:p>
          <a:p>
            <a:pPr marL="171450" lvl="0" indent="-171450" algn="l"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Conformidade com leis, normas e regulamentações.</a:t>
            </a:r>
          </a:p>
          <a:p>
            <a:pPr lvl="0" algn="l" rtl="0">
              <a:spcBef>
                <a:spcPts val="0"/>
              </a:spcBef>
              <a:spcAft>
                <a:spcPts val="0"/>
              </a:spcAft>
            </a:pPr>
            <a:endParaRPr lang="pt-BR" sz="1200" dirty="0">
              <a:solidFill>
                <a:schemeClr val="bg2">
                  <a:lumMod val="75000"/>
                </a:schemeClr>
              </a:solidFill>
              <a:latin typeface="Lexend ExtraLight"/>
              <a:ea typeface="Lexend ExtraLight"/>
              <a:cs typeface="Lexend ExtraLight"/>
              <a:sym typeface="Lexend ExtraLight"/>
            </a:endParaRPr>
          </a:p>
          <a:p>
            <a:pPr lvl="0" algn="l" rtl="0">
              <a:spcBef>
                <a:spcPts val="0"/>
              </a:spcBef>
              <a:spcAft>
                <a:spcPts val="0"/>
              </a:spcAft>
            </a:pPr>
            <a:r>
              <a:rPr lang="pt-BR" sz="1200" b="1" dirty="0">
                <a:solidFill>
                  <a:schemeClr val="bg2">
                    <a:lumMod val="75000"/>
                  </a:schemeClr>
                </a:solidFill>
                <a:latin typeface="Lexend ExtraLight"/>
                <a:ea typeface="Lexend ExtraLight"/>
                <a:cs typeface="Lexend ExtraLight"/>
                <a:sym typeface="Lexend ExtraLight"/>
              </a:rPr>
              <a:t>Exemplo: </a:t>
            </a:r>
            <a:r>
              <a:rPr lang="pt-BR" sz="1200" dirty="0">
                <a:solidFill>
                  <a:schemeClr val="bg2">
                    <a:lumMod val="75000"/>
                  </a:schemeClr>
                </a:solidFill>
                <a:latin typeface="Lexend ExtraLight"/>
                <a:ea typeface="Lexend ExtraLight"/>
                <a:cs typeface="Lexend ExtraLight"/>
                <a:sym typeface="Lexend ExtraLight"/>
              </a:rPr>
              <a:t>“O sistema deve estar em conformidade com a LGPD (Lei Geral de Proteção de Dados).”</a:t>
            </a:r>
          </a:p>
        </p:txBody>
      </p:sp>
      <p:pic>
        <p:nvPicPr>
          <p:cNvPr id="9218" name="Picture 2" descr="ícone de sinal de documento de lista de verificação em estilo cômico.  pesquisa ilustração dos desenhos">
            <a:extLst>
              <a:ext uri="{FF2B5EF4-FFF2-40B4-BE49-F238E27FC236}">
                <a16:creationId xmlns:a16="http://schemas.microsoft.com/office/drawing/2014/main" id="{B8F1BD58-7E58-EC6E-66AF-3B05EB54CA30}"/>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10000" b="90000" l="9898" r="90000">
                        <a14:foregroundMark x1="36327" y1="40510" x2="32857" y2="37143"/>
                        <a14:foregroundMark x1="35918" y1="42551" x2="30408" y2="38776"/>
                        <a14:foregroundMark x1="36939" y1="57857" x2="32653" y2="49286"/>
                        <a14:foregroundMark x1="31429" y1="51939" x2="37755" y2="58878"/>
                        <a14:foregroundMark x1="31429" y1="41939" x2="36531" y2="42959"/>
                        <a14:foregroundMark x1="31224" y1="43367" x2="37551" y2="43571"/>
                        <a14:foregroundMark x1="29796" y1="56633" x2="32857" y2="60102"/>
                        <a14:foregroundMark x1="35102" y1="67449" x2="38980" y2="70306"/>
                        <a14:foregroundMark x1="35102" y1="66429" x2="27755" y2="71939"/>
                        <a14:foregroundMark x1="36531" y1="71327" x2="30816" y2="70306"/>
                        <a14:foregroundMark x1="51020" y1="31633" x2="50816" y2="30612"/>
                        <a14:foregroundMark x1="59796" y1="31633" x2="63673" y2="30612"/>
                        <a14:foregroundMark x1="70204" y1="32041" x2="70204" y2="32041"/>
                        <a14:foregroundMark x1="71633" y1="31633" x2="68776" y2="29388"/>
                        <a14:foregroundMark x1="87347" y1="15918" x2="87347" y2="15918"/>
                        <a14:foregroundMark x1="42857" y1="11633" x2="42857" y2="11633"/>
                        <a14:foregroundMark x1="12245" y1="32857" x2="12245" y2="32857"/>
                        <a14:foregroundMark x1="9898" y1="78469" x2="9898" y2="78469"/>
                        <a14:foregroundMark x1="54898" y1="88878" x2="54898" y2="88878"/>
                        <a14:foregroundMark x1="84286" y1="70510" x2="84286" y2="70510"/>
                      </a14:backgroundRemoval>
                    </a14:imgEffect>
                  </a14:imgLayer>
                </a14:imgProps>
              </a:ext>
              <a:ext uri="{28A0092B-C50C-407E-A947-70E740481C1C}">
                <a14:useLocalDpi xmlns:a14="http://schemas.microsoft.com/office/drawing/2010/main" val="0"/>
              </a:ext>
            </a:extLst>
          </a:blip>
          <a:srcRect l="7293" t="8417" r="7905" b="8046"/>
          <a:stretch>
            <a:fillRect/>
          </a:stretch>
        </p:blipFill>
        <p:spPr bwMode="auto">
          <a:xfrm>
            <a:off x="5630181" y="2019962"/>
            <a:ext cx="2483972" cy="24469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86701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786AB009-8296-0217-5313-EC542695D7C9}"/>
            </a:ext>
          </a:extLst>
        </p:cNvPr>
        <p:cNvGrpSpPr/>
        <p:nvPr/>
      </p:nvGrpSpPr>
      <p:grpSpPr>
        <a:xfrm>
          <a:off x="0" y="0"/>
          <a:ext cx="0" cy="0"/>
          <a:chOff x="0" y="0"/>
          <a:chExt cx="0" cy="0"/>
        </a:xfrm>
      </p:grpSpPr>
      <p:pic>
        <p:nvPicPr>
          <p:cNvPr id="7" name="Google Shape;63;p2" title="01.png">
            <a:extLst>
              <a:ext uri="{FF2B5EF4-FFF2-40B4-BE49-F238E27FC236}">
                <a16:creationId xmlns:a16="http://schemas.microsoft.com/office/drawing/2014/main" id="{A430D7DE-EBBC-9002-39C5-E3D3A410C012}"/>
              </a:ext>
            </a:extLst>
          </p:cNvPr>
          <p:cNvPicPr preferRelativeResize="0"/>
          <p:nvPr/>
        </p:nvPicPr>
        <p:blipFill>
          <a:blip r:embed="rId3">
            <a:alphaModFix/>
          </a:blip>
          <a:stretch>
            <a:fillRect/>
          </a:stretch>
        </p:blipFill>
        <p:spPr>
          <a:xfrm>
            <a:off x="0" y="0"/>
            <a:ext cx="9144000" cy="5143503"/>
          </a:xfrm>
          <a:prstGeom prst="rect">
            <a:avLst/>
          </a:prstGeom>
          <a:noFill/>
          <a:ln>
            <a:noFill/>
          </a:ln>
        </p:spPr>
      </p:pic>
      <p:sp>
        <p:nvSpPr>
          <p:cNvPr id="75" name="Google Shape;75;p3">
            <a:extLst>
              <a:ext uri="{FF2B5EF4-FFF2-40B4-BE49-F238E27FC236}">
                <a16:creationId xmlns:a16="http://schemas.microsoft.com/office/drawing/2014/main" id="{529C97C8-7903-28B7-E684-3E4428C017D0}"/>
              </a:ext>
            </a:extLst>
          </p:cNvPr>
          <p:cNvSpPr txBox="1"/>
          <p:nvPr/>
        </p:nvSpPr>
        <p:spPr>
          <a:xfrm>
            <a:off x="0" y="0"/>
            <a:ext cx="3143250" cy="133879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500" dirty="0">
                <a:solidFill>
                  <a:srgbClr val="00415A"/>
                </a:solidFill>
                <a:latin typeface="Lexend"/>
                <a:ea typeface="Lexend ExtraBold"/>
                <a:cs typeface="Lexend ExtraBold"/>
                <a:sym typeface="Lexend"/>
              </a:rPr>
              <a:t>Como Especificar Requisitos </a:t>
            </a:r>
            <a:r>
              <a:rPr lang="pt-BR" sz="2500" dirty="0">
                <a:solidFill>
                  <a:srgbClr val="00415A"/>
                </a:solidFill>
                <a:latin typeface="Lexend ExtraBold"/>
                <a:sym typeface="Lexend"/>
              </a:rPr>
              <a:t>Não</a:t>
            </a:r>
            <a:r>
              <a:rPr lang="pt-BR" sz="2500" dirty="0">
                <a:solidFill>
                  <a:srgbClr val="00415A"/>
                </a:solidFill>
                <a:latin typeface="Lexend"/>
                <a:ea typeface="Lexend ExtraBold"/>
                <a:cs typeface="Lexend ExtraBold"/>
                <a:sym typeface="Lexend"/>
              </a:rPr>
              <a:t> </a:t>
            </a:r>
            <a:r>
              <a:rPr lang="pt-BR" sz="2500" dirty="0">
                <a:solidFill>
                  <a:srgbClr val="00415A"/>
                </a:solidFill>
                <a:latin typeface="Lexend ExtraBold"/>
                <a:ea typeface="Lexend ExtraBold"/>
                <a:cs typeface="Lexend ExtraBold"/>
                <a:sym typeface="Lexend ExtraBold"/>
              </a:rPr>
              <a:t>Funcionais</a:t>
            </a:r>
            <a:endParaRPr sz="2500" dirty="0">
              <a:solidFill>
                <a:srgbClr val="00415A"/>
              </a:solidFill>
              <a:latin typeface="Lexend ExtraBold"/>
              <a:ea typeface="Lexend ExtraBold"/>
              <a:cs typeface="Lexend ExtraBold"/>
              <a:sym typeface="Lexend ExtraBold"/>
            </a:endParaRPr>
          </a:p>
        </p:txBody>
      </p:sp>
      <p:sp>
        <p:nvSpPr>
          <p:cNvPr id="8" name="Google Shape;76;p3">
            <a:extLst>
              <a:ext uri="{FF2B5EF4-FFF2-40B4-BE49-F238E27FC236}">
                <a16:creationId xmlns:a16="http://schemas.microsoft.com/office/drawing/2014/main" id="{D610216C-53DA-636E-7A8C-5B7F05B4962F}"/>
              </a:ext>
            </a:extLst>
          </p:cNvPr>
          <p:cNvSpPr txBox="1"/>
          <p:nvPr/>
        </p:nvSpPr>
        <p:spPr>
          <a:xfrm>
            <a:off x="30495" y="1740768"/>
            <a:ext cx="7148071" cy="1661963"/>
          </a:xfrm>
          <a:prstGeom prst="rect">
            <a:avLst/>
          </a:prstGeom>
          <a:noFill/>
          <a:ln>
            <a:noFill/>
          </a:ln>
        </p:spPr>
        <p:txBody>
          <a:bodyPr spcFirstLastPara="1" wrap="square" lIns="91425" tIns="91425" rIns="91425" bIns="91425" anchor="t" anchorCtr="0">
            <a:spAutoFit/>
          </a:bodyPr>
          <a:lstStyle/>
          <a:p>
            <a:pPr marL="171450" lvl="0" indent="-171450">
              <a:buFontTx/>
              <a:buChar char="-"/>
            </a:pPr>
            <a:r>
              <a:rPr lang="pt-BR" sz="1200" dirty="0">
                <a:solidFill>
                  <a:schemeClr val="bg2">
                    <a:lumMod val="75000"/>
                  </a:schemeClr>
                </a:solidFill>
                <a:latin typeface="Lexend ExtraLight"/>
                <a:ea typeface="Lexend ExtraLight"/>
                <a:cs typeface="Lexend ExtraLight"/>
                <a:sym typeface="Lexend ExtraLight"/>
              </a:rPr>
              <a:t>Clareza e objetividade: devem ser mensuráveis.</a:t>
            </a:r>
          </a:p>
          <a:p>
            <a:pPr marL="171450" lvl="0" indent="-171450">
              <a:buFontTx/>
              <a:buChar char="-"/>
            </a:pPr>
            <a:r>
              <a:rPr lang="pt-BR" sz="1200" dirty="0">
                <a:solidFill>
                  <a:schemeClr val="bg2">
                    <a:lumMod val="75000"/>
                  </a:schemeClr>
                </a:solidFill>
                <a:latin typeface="Lexend ExtraLight"/>
                <a:sym typeface="Lexend ExtraLight"/>
              </a:rPr>
              <a:t>Uso de métricas: tempo, taxa, porcentagem, número máximo/mínimo.</a:t>
            </a:r>
          </a:p>
          <a:p>
            <a:pPr marL="171450" lvl="0" indent="-171450">
              <a:buFontTx/>
              <a:buChar char="-"/>
            </a:pPr>
            <a:r>
              <a:rPr lang="pt-BR" sz="1200" dirty="0">
                <a:solidFill>
                  <a:schemeClr val="bg2">
                    <a:lumMod val="75000"/>
                  </a:schemeClr>
                </a:solidFill>
                <a:latin typeface="Lexend ExtraLight"/>
                <a:sym typeface="Lexend ExtraLight"/>
              </a:rPr>
              <a:t>Evitar termos vagos: “rápido”, “seguro”, “intuitivo” → precisam de critérios mensuráveis.</a:t>
            </a:r>
          </a:p>
          <a:p>
            <a:pPr marL="171450" lvl="0" indent="-171450">
              <a:buFontTx/>
              <a:buChar char="-"/>
            </a:pPr>
            <a:endParaRPr lang="pt-BR" sz="1200" dirty="0">
              <a:solidFill>
                <a:schemeClr val="bg2">
                  <a:lumMod val="75000"/>
                </a:schemeClr>
              </a:solidFill>
              <a:latin typeface="Lexend ExtraLight"/>
              <a:sym typeface="Lexend ExtraLight"/>
            </a:endParaRPr>
          </a:p>
          <a:p>
            <a:pPr lvl="0"/>
            <a:r>
              <a:rPr lang="pt-BR" sz="1200" b="1" dirty="0">
                <a:solidFill>
                  <a:schemeClr val="bg2">
                    <a:lumMod val="75000"/>
                  </a:schemeClr>
                </a:solidFill>
                <a:latin typeface="Lexend ExtraLight"/>
                <a:sym typeface="Lexend ExtraLight"/>
              </a:rPr>
              <a:t>Exemplo: </a:t>
            </a:r>
          </a:p>
          <a:p>
            <a:pPr lvl="0"/>
            <a:r>
              <a:rPr lang="pt-BR" sz="1200" dirty="0">
                <a:solidFill>
                  <a:schemeClr val="bg2">
                    <a:lumMod val="75000"/>
                  </a:schemeClr>
                </a:solidFill>
                <a:latin typeface="Lexend ExtraLight"/>
                <a:sym typeface="Lexend ExtraLight"/>
              </a:rPr>
              <a:t>Ruim: “O sistema deve ser rápido.”</a:t>
            </a:r>
          </a:p>
          <a:p>
            <a:pPr lvl="0"/>
            <a:r>
              <a:rPr lang="pt-BR" sz="1200" dirty="0">
                <a:solidFill>
                  <a:schemeClr val="bg2">
                    <a:lumMod val="75000"/>
                  </a:schemeClr>
                </a:solidFill>
                <a:latin typeface="Lexend ExtraLight"/>
                <a:sym typeface="Lexend ExtraLight"/>
              </a:rPr>
              <a:t>Bom: “O sistema deve carregar a página inicial em até 3 segundos para 95% das requisições.”</a:t>
            </a:r>
          </a:p>
          <a:p>
            <a:pPr marL="171450" lvl="0" indent="-171450">
              <a:buFontTx/>
              <a:buChar char="-"/>
            </a:pPr>
            <a:endParaRPr lang="pt-BR" sz="1200" dirty="0">
              <a:solidFill>
                <a:schemeClr val="bg2">
                  <a:lumMod val="75000"/>
                </a:schemeClr>
              </a:solidFill>
              <a:latin typeface="Lexend ExtraLight"/>
              <a:sym typeface="Lexend ExtraLight"/>
            </a:endParaRPr>
          </a:p>
        </p:txBody>
      </p:sp>
      <p:pic>
        <p:nvPicPr>
          <p:cNvPr id="10242" name="Picture 2" descr="ícone do conceito de teste de compatibilidade. exame não funcional.  verificação de software em diferentes dispositivos ideia ilustração de  linha fina. desenho de contorno isolado do vetor. curso editável 3768231  Vetor no">
            <a:extLst>
              <a:ext uri="{FF2B5EF4-FFF2-40B4-BE49-F238E27FC236}">
                <a16:creationId xmlns:a16="http://schemas.microsoft.com/office/drawing/2014/main" id="{1FCABB35-098F-3922-86A0-13AB71094CC9}"/>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2041" b="61020" l="26837" r="72143">
                        <a14:foregroundMark x1="41429" y1="14898" x2="35102" y2="13673"/>
                        <a14:foregroundMark x1="37245" y1="12041" x2="37245" y2="12041"/>
                        <a14:foregroundMark x1="69694" y1="20612" x2="60510" y2="28571"/>
                        <a14:foregroundMark x1="49286" y1="17143" x2="68469" y2="20918"/>
                        <a14:foregroundMark x1="69694" y1="19796" x2="67959" y2="27653"/>
                        <a14:foregroundMark x1="67959" y1="27653" x2="67245" y2="27857"/>
                        <a14:foregroundMark x1="51531" y1="23571" x2="52449" y2="15612"/>
                        <a14:foregroundMark x1="52449" y1="15612" x2="59184" y2="15102"/>
                        <a14:foregroundMark x1="59184" y1="15102" x2="66531" y2="15306"/>
                        <a14:foregroundMark x1="66531" y1="15306" x2="66837" y2="15204"/>
                        <a14:foregroundMark x1="61633" y1="21327" x2="55408" y2="23980"/>
                        <a14:foregroundMark x1="55408" y1="23980" x2="52041" y2="23469"/>
                        <a14:foregroundMark x1="58673" y1="29694" x2="57857" y2="29694"/>
                        <a14:foregroundMark x1="37143" y1="17449" x2="37653" y2="20816"/>
                        <a14:foregroundMark x1="32959" y1="24388" x2="30816" y2="23163"/>
                        <a14:foregroundMark x1="27857" y1="24286" x2="26837" y2="24184"/>
                        <a14:foregroundMark x1="33265" y1="25306" x2="30918" y2="21837"/>
                        <a14:foregroundMark x1="37959" y1="18571" x2="38367" y2="20000"/>
                        <a14:foregroundMark x1="51122" y1="43673" x2="49694" y2="33571"/>
                        <a14:foregroundMark x1="49694" y1="33571" x2="44592" y2="37245"/>
                        <a14:foregroundMark x1="44592" y1="37245" x2="49082" y2="42041"/>
                        <a14:foregroundMark x1="49082" y1="42041" x2="49388" y2="43469"/>
                        <a14:foregroundMark x1="54082" y1="36531" x2="47857" y2="46224"/>
                        <a14:foregroundMark x1="47857" y1="46224" x2="42959" y2="41735"/>
                        <a14:foregroundMark x1="42959" y1="41735" x2="43980" y2="39286"/>
                        <a14:foregroundMark x1="50918" y1="40102" x2="47653" y2="44898"/>
                        <a14:foregroundMark x1="53673" y1="36122" x2="52245" y2="45204"/>
                        <a14:foregroundMark x1="52245" y1="45204" x2="48673" y2="45918"/>
                        <a14:foregroundMark x1="46735" y1="43673" x2="50102" y2="44082"/>
                        <a14:foregroundMark x1="54184" y1="35816" x2="52959" y2="45204"/>
                        <a14:foregroundMark x1="52959" y1="45204" x2="45306" y2="46224"/>
                        <a14:foregroundMark x1="59898" y1="43673" x2="58673" y2="52449"/>
                        <a14:foregroundMark x1="58673" y1="52449" x2="45816" y2="54694"/>
                        <a14:foregroundMark x1="45816" y1="54694" x2="39184" y2="53163"/>
                        <a14:foregroundMark x1="43776" y1="48367" x2="34388" y2="43776"/>
                        <a14:foregroundMark x1="34388" y1="43776" x2="33878" y2="36531"/>
                        <a14:foregroundMark x1="33878" y1="36531" x2="43571" y2="34286"/>
                        <a14:foregroundMark x1="43571" y1="34286" x2="45510" y2="34388"/>
                        <a14:foregroundMark x1="42041" y1="47857" x2="34184" y2="48061"/>
                        <a14:foregroundMark x1="46735" y1="49388" x2="46939" y2="51327"/>
                        <a14:foregroundMark x1="50510" y1="49796" x2="58776" y2="48776"/>
                        <a14:foregroundMark x1="58776" y1="48776" x2="58673" y2="44286"/>
                        <a14:foregroundMark x1="62041" y1="57857" x2="54796" y2="59898"/>
                        <a14:foregroundMark x1="54796" y1="59898" x2="40204" y2="60714"/>
                        <a14:foregroundMark x1="40204" y1="60714" x2="50918" y2="58673"/>
                        <a14:foregroundMark x1="50918" y1="58673" x2="58571" y2="58776"/>
                        <a14:foregroundMark x1="58571" y1="58776" x2="59796" y2="58469"/>
                        <a14:foregroundMark x1="62857" y1="58878" x2="53469" y2="60408"/>
                        <a14:foregroundMark x1="59082" y1="58265" x2="38673" y2="58469"/>
                        <a14:foregroundMark x1="37041" y1="57755" x2="39388" y2="61020"/>
                        <a14:foregroundMark x1="36020" y1="59388" x2="37449" y2="60714"/>
                        <a14:foregroundMark x1="49694" y1="12143" x2="66020" y2="13265"/>
                        <a14:foregroundMark x1="66020" y1="13265" x2="68878" y2="12449"/>
                      </a14:backgroundRemoval>
                    </a14:imgEffect>
                  </a14:imgLayer>
                </a14:imgProps>
              </a:ext>
              <a:ext uri="{28A0092B-C50C-407E-A947-70E740481C1C}">
                <a14:useLocalDpi xmlns:a14="http://schemas.microsoft.com/office/drawing/2010/main" val="0"/>
              </a:ext>
            </a:extLst>
          </a:blip>
          <a:srcRect l="25308" t="9604" r="25734" b="37063"/>
          <a:stretch>
            <a:fillRect/>
          </a:stretch>
        </p:blipFill>
        <p:spPr bwMode="auto">
          <a:xfrm>
            <a:off x="6752714" y="-1"/>
            <a:ext cx="2360791" cy="2571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12800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E894FFD5-F474-557C-7545-BFD16415DA3F}"/>
            </a:ext>
          </a:extLst>
        </p:cNvPr>
        <p:cNvGrpSpPr/>
        <p:nvPr/>
      </p:nvGrpSpPr>
      <p:grpSpPr>
        <a:xfrm>
          <a:off x="0" y="0"/>
          <a:ext cx="0" cy="0"/>
          <a:chOff x="0" y="0"/>
          <a:chExt cx="0" cy="0"/>
        </a:xfrm>
      </p:grpSpPr>
      <p:pic>
        <p:nvPicPr>
          <p:cNvPr id="54" name="Google Shape;54;p1" title="LOGO FAMA copiar.png">
            <a:extLst>
              <a:ext uri="{FF2B5EF4-FFF2-40B4-BE49-F238E27FC236}">
                <a16:creationId xmlns:a16="http://schemas.microsoft.com/office/drawing/2014/main" id="{93CC0D46-47AE-AD71-BFD0-7F9EBA4B8CB9}"/>
              </a:ext>
            </a:extLst>
          </p:cNvPr>
          <p:cNvPicPr preferRelativeResize="0"/>
          <p:nvPr/>
        </p:nvPicPr>
        <p:blipFill rotWithShape="1">
          <a:blip r:embed="rId3">
            <a:alphaModFix/>
          </a:blip>
          <a:srcRect/>
          <a:stretch/>
        </p:blipFill>
        <p:spPr>
          <a:xfrm>
            <a:off x="3990387" y="323675"/>
            <a:ext cx="1163223" cy="350450"/>
          </a:xfrm>
          <a:prstGeom prst="rect">
            <a:avLst/>
          </a:prstGeom>
          <a:noFill/>
          <a:ln>
            <a:noFill/>
          </a:ln>
        </p:spPr>
      </p:pic>
      <p:pic>
        <p:nvPicPr>
          <p:cNvPr id="55" name="Google Shape;55;p1" title="CAPA.png">
            <a:extLst>
              <a:ext uri="{FF2B5EF4-FFF2-40B4-BE49-F238E27FC236}">
                <a16:creationId xmlns:a16="http://schemas.microsoft.com/office/drawing/2014/main" id="{CB2ED056-AFAA-3671-80B6-6A7898EA9EEE}"/>
              </a:ext>
            </a:extLst>
          </p:cNvPr>
          <p:cNvPicPr preferRelativeResize="0"/>
          <p:nvPr/>
        </p:nvPicPr>
        <p:blipFill>
          <a:blip r:embed="rId4">
            <a:alphaModFix/>
          </a:blip>
          <a:stretch>
            <a:fillRect/>
          </a:stretch>
        </p:blipFill>
        <p:spPr>
          <a:xfrm>
            <a:off x="0" y="0"/>
            <a:ext cx="9144000" cy="5143492"/>
          </a:xfrm>
          <a:prstGeom prst="rect">
            <a:avLst/>
          </a:prstGeom>
          <a:noFill/>
          <a:ln>
            <a:noFill/>
          </a:ln>
        </p:spPr>
      </p:pic>
      <p:sp>
        <p:nvSpPr>
          <p:cNvPr id="56" name="Google Shape;56;p1">
            <a:extLst>
              <a:ext uri="{FF2B5EF4-FFF2-40B4-BE49-F238E27FC236}">
                <a16:creationId xmlns:a16="http://schemas.microsoft.com/office/drawing/2014/main" id="{D92B9AFE-252E-5929-BF31-77FC23D944EC}"/>
              </a:ext>
            </a:extLst>
          </p:cNvPr>
          <p:cNvSpPr txBox="1"/>
          <p:nvPr/>
        </p:nvSpPr>
        <p:spPr>
          <a:xfrm>
            <a:off x="375575" y="1114692"/>
            <a:ext cx="3427500" cy="193896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3800" dirty="0">
                <a:solidFill>
                  <a:schemeClr val="lt1"/>
                </a:solidFill>
                <a:latin typeface="Lexend"/>
                <a:ea typeface="Lexend"/>
                <a:cs typeface="Lexend"/>
                <a:sym typeface="Lexend"/>
              </a:rPr>
              <a:t>Elicitação e Análise de Requisitos</a:t>
            </a:r>
          </a:p>
        </p:txBody>
      </p:sp>
      <p:sp>
        <p:nvSpPr>
          <p:cNvPr id="57" name="Google Shape;57;p1">
            <a:extLst>
              <a:ext uri="{FF2B5EF4-FFF2-40B4-BE49-F238E27FC236}">
                <a16:creationId xmlns:a16="http://schemas.microsoft.com/office/drawing/2014/main" id="{1341D2C2-4463-5FB1-1728-8E98EFB41564}"/>
              </a:ext>
            </a:extLst>
          </p:cNvPr>
          <p:cNvSpPr txBox="1"/>
          <p:nvPr/>
        </p:nvSpPr>
        <p:spPr>
          <a:xfrm>
            <a:off x="375575" y="3494221"/>
            <a:ext cx="3733581" cy="7078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700" dirty="0">
                <a:solidFill>
                  <a:schemeClr val="lt1"/>
                </a:solidFill>
                <a:latin typeface="Lexend ExtraLight"/>
                <a:ea typeface="Lexend ExtraLight"/>
                <a:cs typeface="Lexend ExtraLight"/>
                <a:sym typeface="Lexend ExtraLight"/>
              </a:rPr>
              <a:t>Prof. Esp. </a:t>
            </a:r>
          </a:p>
          <a:p>
            <a:pPr marL="0" lvl="0" indent="0" algn="l" rtl="0">
              <a:spcBef>
                <a:spcPts val="0"/>
              </a:spcBef>
              <a:spcAft>
                <a:spcPts val="0"/>
              </a:spcAft>
              <a:buNone/>
            </a:pPr>
            <a:r>
              <a:rPr lang="pt-BR" sz="1700" dirty="0">
                <a:solidFill>
                  <a:schemeClr val="lt1"/>
                </a:solidFill>
                <a:latin typeface="Lexend ExtraLight"/>
                <a:ea typeface="Lexend ExtraLight"/>
                <a:cs typeface="Lexend ExtraLight"/>
                <a:sym typeface="Lexend ExtraLight"/>
              </a:rPr>
              <a:t>Rita de Cássia da Costa Silva </a:t>
            </a:r>
            <a:endParaRPr sz="1700" dirty="0">
              <a:solidFill>
                <a:srgbClr val="00CCFF"/>
              </a:solidFill>
              <a:latin typeface="Lexend ExtraLight"/>
              <a:ea typeface="Lexend ExtraLight"/>
              <a:cs typeface="Lexend ExtraLight"/>
              <a:sym typeface="Lexend ExtraLight"/>
            </a:endParaRPr>
          </a:p>
        </p:txBody>
      </p:sp>
    </p:spTree>
    <p:extLst>
      <p:ext uri="{BB962C8B-B14F-4D97-AF65-F5344CB8AC3E}">
        <p14:creationId xmlns:p14="http://schemas.microsoft.com/office/powerpoint/2010/main" val="30794166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1CAA834C-CF48-A812-BA9E-DAD1311BE9BC}"/>
            </a:ext>
          </a:extLst>
        </p:cNvPr>
        <p:cNvGrpSpPr/>
        <p:nvPr/>
      </p:nvGrpSpPr>
      <p:grpSpPr>
        <a:xfrm>
          <a:off x="0" y="0"/>
          <a:ext cx="0" cy="0"/>
          <a:chOff x="0" y="0"/>
          <a:chExt cx="0" cy="0"/>
        </a:xfrm>
      </p:grpSpPr>
      <p:pic>
        <p:nvPicPr>
          <p:cNvPr id="92" name="Google Shape;92;p5" title="05.png">
            <a:extLst>
              <a:ext uri="{FF2B5EF4-FFF2-40B4-BE49-F238E27FC236}">
                <a16:creationId xmlns:a16="http://schemas.microsoft.com/office/drawing/2014/main" id="{52F10813-EE9F-8D82-9A99-05C81738EB76}"/>
              </a:ext>
            </a:extLst>
          </p:cNvPr>
          <p:cNvPicPr preferRelativeResize="0"/>
          <p:nvPr/>
        </p:nvPicPr>
        <p:blipFill>
          <a:blip r:embed="rId3">
            <a:alphaModFix/>
          </a:blip>
          <a:stretch>
            <a:fillRect/>
          </a:stretch>
        </p:blipFill>
        <p:spPr>
          <a:xfrm>
            <a:off x="0" y="0"/>
            <a:ext cx="9144000" cy="5143500"/>
          </a:xfrm>
          <a:prstGeom prst="rect">
            <a:avLst/>
          </a:prstGeom>
          <a:noFill/>
          <a:ln>
            <a:noFill/>
          </a:ln>
        </p:spPr>
      </p:pic>
      <p:sp>
        <p:nvSpPr>
          <p:cNvPr id="93" name="Google Shape;93;p5">
            <a:extLst>
              <a:ext uri="{FF2B5EF4-FFF2-40B4-BE49-F238E27FC236}">
                <a16:creationId xmlns:a16="http://schemas.microsoft.com/office/drawing/2014/main" id="{AD2D1B2F-8142-4F88-CDCC-AAF07B042859}"/>
              </a:ext>
            </a:extLst>
          </p:cNvPr>
          <p:cNvSpPr/>
          <p:nvPr/>
        </p:nvSpPr>
        <p:spPr>
          <a:xfrm>
            <a:off x="977463" y="1591500"/>
            <a:ext cx="3149752" cy="1761300"/>
          </a:xfrm>
          <a:prstGeom prst="roundRect">
            <a:avLst>
              <a:gd name="adj" fmla="val 16667"/>
            </a:avLst>
          </a:prstGeom>
          <a:noFill/>
          <a:ln w="9525" cap="flat" cmpd="sng">
            <a:solidFill>
              <a:srgbClr val="00BCD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5">
            <a:extLst>
              <a:ext uri="{FF2B5EF4-FFF2-40B4-BE49-F238E27FC236}">
                <a16:creationId xmlns:a16="http://schemas.microsoft.com/office/drawing/2014/main" id="{8B251197-D9FE-1416-BAB7-3EE80CF97DDA}"/>
              </a:ext>
            </a:extLst>
          </p:cNvPr>
          <p:cNvSpPr/>
          <p:nvPr/>
        </p:nvSpPr>
        <p:spPr>
          <a:xfrm>
            <a:off x="5104377" y="1591500"/>
            <a:ext cx="3062159" cy="1761299"/>
          </a:xfrm>
          <a:prstGeom prst="roundRect">
            <a:avLst>
              <a:gd name="adj" fmla="val 16667"/>
            </a:avLst>
          </a:prstGeom>
          <a:noFill/>
          <a:ln w="9525" cap="flat" cmpd="sng">
            <a:solidFill>
              <a:srgbClr val="00BCD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5">
            <a:extLst>
              <a:ext uri="{FF2B5EF4-FFF2-40B4-BE49-F238E27FC236}">
                <a16:creationId xmlns:a16="http://schemas.microsoft.com/office/drawing/2014/main" id="{FBDB305F-74B1-0E37-0088-9A1E2DB7543D}"/>
              </a:ext>
            </a:extLst>
          </p:cNvPr>
          <p:cNvSpPr txBox="1"/>
          <p:nvPr/>
        </p:nvSpPr>
        <p:spPr>
          <a:xfrm>
            <a:off x="977313" y="1591499"/>
            <a:ext cx="3149752" cy="1761301"/>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1300"/>
              <a:buFont typeface="Arial"/>
              <a:buNone/>
            </a:pPr>
            <a:r>
              <a:rPr lang="pt-BR" i="0" u="none" strike="noStrike" cap="none" dirty="0">
                <a:solidFill>
                  <a:schemeClr val="lt1"/>
                </a:solidFill>
                <a:effectLst>
                  <a:outerShdw blurRad="38100" dist="38100" dir="2700000" algn="tl">
                    <a:srgbClr val="000000">
                      <a:alpha val="43137"/>
                    </a:srgbClr>
                  </a:outerShdw>
                </a:effectLst>
                <a:latin typeface="Lexend"/>
                <a:ea typeface="Lexend"/>
                <a:cs typeface="Lexend"/>
                <a:sym typeface="Lexend"/>
              </a:rPr>
              <a:t>DEFI</a:t>
            </a:r>
            <a:r>
              <a:rPr lang="pt-BR" dirty="0">
                <a:solidFill>
                  <a:schemeClr val="lt1"/>
                </a:solidFill>
                <a:effectLst>
                  <a:outerShdw blurRad="38100" dist="38100" dir="2700000" algn="tl">
                    <a:srgbClr val="000000">
                      <a:alpha val="43137"/>
                    </a:srgbClr>
                  </a:outerShdw>
                </a:effectLst>
                <a:latin typeface="Lexend"/>
                <a:ea typeface="Lexend"/>
                <a:cs typeface="Lexend"/>
                <a:sym typeface="Lexend"/>
              </a:rPr>
              <a:t>NIÇÃO</a:t>
            </a:r>
          </a:p>
          <a:p>
            <a:pPr marL="0" marR="0" lvl="0" indent="0" algn="ctr" rtl="0">
              <a:lnSpc>
                <a:spcPct val="115000"/>
              </a:lnSpc>
              <a:spcBef>
                <a:spcPts val="0"/>
              </a:spcBef>
              <a:spcAft>
                <a:spcPts val="0"/>
              </a:spcAft>
              <a:buClr>
                <a:srgbClr val="000000"/>
              </a:buClr>
              <a:buSzPts val="1300"/>
              <a:buFont typeface="Arial"/>
              <a:buNone/>
            </a:pPr>
            <a:endParaRPr lang="pt-BR" sz="1300" i="0" u="none" strike="noStrike" cap="none" dirty="0">
              <a:solidFill>
                <a:schemeClr val="lt1"/>
              </a:solidFill>
              <a:latin typeface="Lexend"/>
              <a:ea typeface="Lexend"/>
              <a:cs typeface="Lexend"/>
              <a:sym typeface="Lexend"/>
            </a:endParaRPr>
          </a:p>
          <a:p>
            <a:pPr marL="0" marR="0" lvl="0" indent="0" algn="ctr" rtl="0">
              <a:lnSpc>
                <a:spcPct val="115000"/>
              </a:lnSpc>
              <a:spcBef>
                <a:spcPts val="0"/>
              </a:spcBef>
              <a:spcAft>
                <a:spcPts val="0"/>
              </a:spcAft>
              <a:buClr>
                <a:srgbClr val="000000"/>
              </a:buClr>
              <a:buSzPts val="1300"/>
              <a:buFont typeface="Arial"/>
              <a:buNone/>
            </a:pPr>
            <a:endParaRPr lang="pt-BR" sz="1300" i="0" u="none" strike="noStrike" cap="none" dirty="0">
              <a:solidFill>
                <a:schemeClr val="lt1"/>
              </a:solidFill>
              <a:latin typeface="Lexend"/>
              <a:ea typeface="Lexend"/>
              <a:cs typeface="Lexend"/>
              <a:sym typeface="Lexend"/>
            </a:endParaRPr>
          </a:p>
          <a:p>
            <a:pPr marL="0" marR="0" lvl="0" indent="0" algn="ctr" rtl="0">
              <a:lnSpc>
                <a:spcPct val="115000"/>
              </a:lnSpc>
              <a:spcBef>
                <a:spcPts val="0"/>
              </a:spcBef>
              <a:spcAft>
                <a:spcPts val="0"/>
              </a:spcAft>
              <a:buClr>
                <a:srgbClr val="000000"/>
              </a:buClr>
              <a:buSzPts val="1300"/>
              <a:buFont typeface="Arial"/>
              <a:buNone/>
            </a:pPr>
            <a:r>
              <a:rPr lang="pt-BR" sz="1300" i="0" u="none" strike="noStrike" cap="none" dirty="0">
                <a:solidFill>
                  <a:schemeClr val="lt1"/>
                </a:solidFill>
                <a:latin typeface="Lexend"/>
                <a:ea typeface="Lexend"/>
                <a:cs typeface="Lexend"/>
                <a:sym typeface="Lexend"/>
              </a:rPr>
              <a:t>Processo de descobrir necessidades e restrições junto aos stakeholders.</a:t>
            </a:r>
            <a:endParaRPr sz="1300" i="0" u="none" strike="noStrike" cap="none" dirty="0">
              <a:solidFill>
                <a:schemeClr val="lt1"/>
              </a:solidFill>
              <a:latin typeface="Lexend"/>
              <a:ea typeface="Lexend"/>
              <a:cs typeface="Lexend"/>
              <a:sym typeface="Lexend"/>
            </a:endParaRPr>
          </a:p>
        </p:txBody>
      </p:sp>
      <p:sp>
        <p:nvSpPr>
          <p:cNvPr id="98" name="Google Shape;98;p5">
            <a:extLst>
              <a:ext uri="{FF2B5EF4-FFF2-40B4-BE49-F238E27FC236}">
                <a16:creationId xmlns:a16="http://schemas.microsoft.com/office/drawing/2014/main" id="{2F5A1FBE-335E-FFD2-6158-4311EB1762BA}"/>
              </a:ext>
            </a:extLst>
          </p:cNvPr>
          <p:cNvSpPr txBox="1"/>
          <p:nvPr/>
        </p:nvSpPr>
        <p:spPr>
          <a:xfrm>
            <a:off x="5104377" y="1591498"/>
            <a:ext cx="3062159" cy="1761301"/>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1300"/>
              <a:buFont typeface="Arial"/>
              <a:buNone/>
            </a:pPr>
            <a:r>
              <a:rPr lang="pt-BR" sz="1300" i="0" u="none" strike="noStrike" cap="none" dirty="0">
                <a:solidFill>
                  <a:schemeClr val="lt1"/>
                </a:solidFill>
                <a:latin typeface="Lexend"/>
                <a:ea typeface="Lexend"/>
                <a:cs typeface="Lexend"/>
                <a:sym typeface="Lexend"/>
              </a:rPr>
              <a:t>LEMBRE-SE</a:t>
            </a:r>
          </a:p>
          <a:p>
            <a:pPr marL="0" marR="0" lvl="0" indent="0" algn="ctr" rtl="0">
              <a:lnSpc>
                <a:spcPct val="115000"/>
              </a:lnSpc>
              <a:spcBef>
                <a:spcPts val="0"/>
              </a:spcBef>
              <a:spcAft>
                <a:spcPts val="0"/>
              </a:spcAft>
              <a:buClr>
                <a:srgbClr val="000000"/>
              </a:buClr>
              <a:buSzPts val="1300"/>
              <a:buFont typeface="Arial"/>
              <a:buNone/>
            </a:pPr>
            <a:endParaRPr lang="pt-BR" sz="1300" i="0" u="none" strike="noStrike" cap="none" dirty="0">
              <a:solidFill>
                <a:schemeClr val="lt1"/>
              </a:solidFill>
              <a:latin typeface="Lexend"/>
              <a:ea typeface="Lexend"/>
              <a:cs typeface="Lexend"/>
              <a:sym typeface="Lexend"/>
            </a:endParaRPr>
          </a:p>
          <a:p>
            <a:pPr marL="0" marR="0" lvl="0" indent="0" algn="ctr" rtl="0">
              <a:lnSpc>
                <a:spcPct val="115000"/>
              </a:lnSpc>
              <a:spcBef>
                <a:spcPts val="0"/>
              </a:spcBef>
              <a:spcAft>
                <a:spcPts val="0"/>
              </a:spcAft>
              <a:buClr>
                <a:srgbClr val="000000"/>
              </a:buClr>
              <a:buSzPts val="1300"/>
              <a:buFont typeface="Arial"/>
              <a:buNone/>
            </a:pPr>
            <a:r>
              <a:rPr lang="pt-BR" sz="1300" i="0" u="none" strike="noStrike" cap="none" dirty="0">
                <a:solidFill>
                  <a:schemeClr val="lt1"/>
                </a:solidFill>
                <a:latin typeface="Lexend"/>
                <a:ea typeface="Lexend"/>
                <a:cs typeface="Lexend"/>
                <a:sym typeface="Lexend"/>
              </a:rPr>
              <a:t>Requisitos não surgem prontos: precisam ser perguntados, observados, discutidos e refinados.</a:t>
            </a:r>
            <a:endParaRPr sz="1300" i="0" u="none" strike="noStrike" cap="none" dirty="0">
              <a:solidFill>
                <a:schemeClr val="lt1"/>
              </a:solidFill>
              <a:latin typeface="Lexend"/>
              <a:ea typeface="Lexend"/>
              <a:cs typeface="Lexend"/>
              <a:sym typeface="Lexend"/>
            </a:endParaRPr>
          </a:p>
        </p:txBody>
      </p:sp>
      <p:pic>
        <p:nvPicPr>
          <p:cNvPr id="99" name="Google Shape;99;p5" title="LOGO FAMA copiar.png">
            <a:extLst>
              <a:ext uri="{FF2B5EF4-FFF2-40B4-BE49-F238E27FC236}">
                <a16:creationId xmlns:a16="http://schemas.microsoft.com/office/drawing/2014/main" id="{40196498-6B64-4B30-E47D-256580F488E7}"/>
              </a:ext>
            </a:extLst>
          </p:cNvPr>
          <p:cNvPicPr preferRelativeResize="0"/>
          <p:nvPr/>
        </p:nvPicPr>
        <p:blipFill rotWithShape="1">
          <a:blip r:embed="rId4">
            <a:alphaModFix/>
          </a:blip>
          <a:srcRect/>
          <a:stretch/>
        </p:blipFill>
        <p:spPr>
          <a:xfrm>
            <a:off x="4127215" y="4576550"/>
            <a:ext cx="889574" cy="268000"/>
          </a:xfrm>
          <a:prstGeom prst="rect">
            <a:avLst/>
          </a:prstGeom>
          <a:noFill/>
          <a:ln>
            <a:noFill/>
          </a:ln>
        </p:spPr>
      </p:pic>
      <p:sp>
        <p:nvSpPr>
          <p:cNvPr id="100" name="Google Shape;100;p5">
            <a:extLst>
              <a:ext uri="{FF2B5EF4-FFF2-40B4-BE49-F238E27FC236}">
                <a16:creationId xmlns:a16="http://schemas.microsoft.com/office/drawing/2014/main" id="{649D46BF-51AB-58A0-EF9B-B9675FA025A9}"/>
              </a:ext>
            </a:extLst>
          </p:cNvPr>
          <p:cNvSpPr txBox="1"/>
          <p:nvPr/>
        </p:nvSpPr>
        <p:spPr>
          <a:xfrm>
            <a:off x="2417550" y="472598"/>
            <a:ext cx="4308900" cy="646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3000" dirty="0">
                <a:solidFill>
                  <a:schemeClr val="lt1"/>
                </a:solidFill>
                <a:latin typeface="Lexend"/>
                <a:ea typeface="Lexend ExtraBold"/>
                <a:cs typeface="Lexend ExtraBold"/>
                <a:sym typeface="Lexend"/>
              </a:rPr>
              <a:t>ELICITAÇÃO</a:t>
            </a:r>
            <a:endParaRPr sz="3000" dirty="0">
              <a:solidFill>
                <a:srgbClr val="00CCFF"/>
              </a:solidFill>
              <a:latin typeface="Lexend ExtraBold"/>
              <a:ea typeface="Lexend ExtraBold"/>
              <a:cs typeface="Lexend ExtraBold"/>
              <a:sym typeface="Lexend ExtraBold"/>
            </a:endParaRPr>
          </a:p>
        </p:txBody>
      </p:sp>
    </p:spTree>
    <p:extLst>
      <p:ext uri="{BB962C8B-B14F-4D97-AF65-F5344CB8AC3E}">
        <p14:creationId xmlns:p14="http://schemas.microsoft.com/office/powerpoint/2010/main" val="12268691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1">
          <a:extLst>
            <a:ext uri="{FF2B5EF4-FFF2-40B4-BE49-F238E27FC236}">
              <a16:creationId xmlns:a16="http://schemas.microsoft.com/office/drawing/2014/main" id="{D7020518-2F9C-93AA-5485-111FEC253FC6}"/>
            </a:ext>
          </a:extLst>
        </p:cNvPr>
        <p:cNvGrpSpPr/>
        <p:nvPr/>
      </p:nvGrpSpPr>
      <p:grpSpPr>
        <a:xfrm>
          <a:off x="0" y="0"/>
          <a:ext cx="0" cy="0"/>
          <a:chOff x="0" y="0"/>
          <a:chExt cx="0" cy="0"/>
        </a:xfrm>
      </p:grpSpPr>
      <p:pic>
        <p:nvPicPr>
          <p:cNvPr id="8" name="Google Shape;73;p3" title="02.png">
            <a:extLst>
              <a:ext uri="{FF2B5EF4-FFF2-40B4-BE49-F238E27FC236}">
                <a16:creationId xmlns:a16="http://schemas.microsoft.com/office/drawing/2014/main" id="{FAA53137-6863-3BEB-52CA-7EBD4DEC4AF1}"/>
              </a:ext>
            </a:extLst>
          </p:cNvPr>
          <p:cNvPicPr preferRelativeResize="0"/>
          <p:nvPr/>
        </p:nvPicPr>
        <p:blipFill>
          <a:blip r:embed="rId3">
            <a:alphaModFix/>
          </a:blip>
          <a:stretch>
            <a:fillRect/>
          </a:stretch>
        </p:blipFill>
        <p:spPr>
          <a:xfrm>
            <a:off x="0" y="-5"/>
            <a:ext cx="9144000" cy="5143505"/>
          </a:xfrm>
          <a:prstGeom prst="rect">
            <a:avLst/>
          </a:prstGeom>
          <a:noFill/>
          <a:ln>
            <a:noFill/>
          </a:ln>
        </p:spPr>
      </p:pic>
      <p:sp>
        <p:nvSpPr>
          <p:cNvPr id="83" name="Google Shape;83;g3641ca8743c_0_16">
            <a:extLst>
              <a:ext uri="{FF2B5EF4-FFF2-40B4-BE49-F238E27FC236}">
                <a16:creationId xmlns:a16="http://schemas.microsoft.com/office/drawing/2014/main" id="{F886A085-AF5B-F5AE-4650-1FD6CD13F752}"/>
              </a:ext>
            </a:extLst>
          </p:cNvPr>
          <p:cNvSpPr/>
          <p:nvPr/>
        </p:nvSpPr>
        <p:spPr>
          <a:xfrm>
            <a:off x="0" y="-338876"/>
            <a:ext cx="9144000" cy="2409413"/>
          </a:xfrm>
          <a:prstGeom prst="roundRect">
            <a:avLst>
              <a:gd name="adj" fmla="val 12114"/>
            </a:avLst>
          </a:prstGeom>
          <a:solidFill>
            <a:srgbClr val="D9D2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 name="Google Shape;84;g3641ca8743c_0_16">
            <a:extLst>
              <a:ext uri="{FF2B5EF4-FFF2-40B4-BE49-F238E27FC236}">
                <a16:creationId xmlns:a16="http://schemas.microsoft.com/office/drawing/2014/main" id="{F6E47DD5-1DE0-E8DB-E941-9B2F041BBB76}"/>
              </a:ext>
            </a:extLst>
          </p:cNvPr>
          <p:cNvSpPr txBox="1"/>
          <p:nvPr/>
        </p:nvSpPr>
        <p:spPr>
          <a:xfrm>
            <a:off x="97547" y="2070537"/>
            <a:ext cx="5809267" cy="1477297"/>
          </a:xfrm>
          <a:prstGeom prst="rect">
            <a:avLst/>
          </a:prstGeom>
          <a:noFill/>
          <a:ln>
            <a:noFill/>
          </a:ln>
        </p:spPr>
        <p:txBody>
          <a:bodyPr spcFirstLastPara="1" wrap="square" lIns="91425" tIns="91425" rIns="91425" bIns="91425" anchor="t" anchorCtr="0">
            <a:spAutoFit/>
          </a:bodyPr>
          <a:lstStyle/>
          <a:p>
            <a:pPr marL="171450" lvl="0" indent="-171450"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Entrevistas: diretas com clientes, usuários ou especialistas.</a:t>
            </a:r>
          </a:p>
          <a:p>
            <a:pPr lvl="0" rtl="0">
              <a:spcBef>
                <a:spcPts val="0"/>
              </a:spcBef>
              <a:spcAft>
                <a:spcPts val="0"/>
              </a:spcAft>
            </a:pPr>
            <a:endParaRPr lang="pt-BR" sz="800" dirty="0">
              <a:solidFill>
                <a:schemeClr val="bg2">
                  <a:lumMod val="75000"/>
                </a:schemeClr>
              </a:solidFill>
              <a:latin typeface="Lexend ExtraLight"/>
              <a:ea typeface="Lexend ExtraLight"/>
              <a:cs typeface="Lexend ExtraLight"/>
              <a:sym typeface="Lexend ExtraLight"/>
            </a:endParaRPr>
          </a:p>
          <a:p>
            <a:pPr marL="171450" lvl="0" indent="-171450"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Questionários: úteis para muitos usuários, mas superficiais.</a:t>
            </a:r>
          </a:p>
          <a:p>
            <a:pPr lvl="0" rtl="0">
              <a:spcBef>
                <a:spcPts val="0"/>
              </a:spcBef>
              <a:spcAft>
                <a:spcPts val="0"/>
              </a:spcAft>
            </a:pPr>
            <a:endParaRPr lang="pt-BR" sz="800" dirty="0">
              <a:solidFill>
                <a:schemeClr val="bg2">
                  <a:lumMod val="75000"/>
                </a:schemeClr>
              </a:solidFill>
              <a:latin typeface="Lexend ExtraLight"/>
              <a:ea typeface="Lexend ExtraLight"/>
              <a:cs typeface="Lexend ExtraLight"/>
              <a:sym typeface="Lexend ExtraLight"/>
            </a:endParaRPr>
          </a:p>
          <a:p>
            <a:pPr marL="171450" lvl="0" indent="-171450"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Observação: acompanhar o processo real </a:t>
            </a:r>
          </a:p>
          <a:p>
            <a:pPr lvl="0" rtl="0">
              <a:spcBef>
                <a:spcPts val="0"/>
              </a:spcBef>
              <a:spcAft>
                <a:spcPts val="0"/>
              </a:spcAft>
            </a:pPr>
            <a:r>
              <a:rPr lang="pt-BR" sz="1200" dirty="0">
                <a:solidFill>
                  <a:schemeClr val="bg2">
                    <a:lumMod val="75000"/>
                  </a:schemeClr>
                </a:solidFill>
                <a:latin typeface="Lexend ExtraLight"/>
                <a:ea typeface="Lexend ExtraLight"/>
                <a:cs typeface="Lexend ExtraLight"/>
                <a:sym typeface="Lexend ExtraLight"/>
              </a:rPr>
              <a:t>(ex.: engenheiro observando atendentes em um caixa de supermercado).</a:t>
            </a:r>
          </a:p>
          <a:p>
            <a:pPr lvl="0" rtl="0">
              <a:spcBef>
                <a:spcPts val="0"/>
              </a:spcBef>
              <a:spcAft>
                <a:spcPts val="0"/>
              </a:spcAft>
            </a:pPr>
            <a:endParaRPr lang="pt-BR" sz="800" dirty="0">
              <a:solidFill>
                <a:schemeClr val="bg2">
                  <a:lumMod val="75000"/>
                </a:schemeClr>
              </a:solidFill>
              <a:latin typeface="Lexend ExtraLight"/>
              <a:ea typeface="Lexend ExtraLight"/>
              <a:cs typeface="Lexend ExtraLight"/>
              <a:sym typeface="Lexend ExtraLight"/>
            </a:endParaRPr>
          </a:p>
          <a:p>
            <a:pPr marL="171450" lvl="0" indent="-171450"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Prototipagem: criar versões simplificadas do sistema para validar ideias.</a:t>
            </a:r>
          </a:p>
        </p:txBody>
      </p:sp>
      <p:sp>
        <p:nvSpPr>
          <p:cNvPr id="87" name="Google Shape;87;g3641ca8743c_0_16">
            <a:extLst>
              <a:ext uri="{FF2B5EF4-FFF2-40B4-BE49-F238E27FC236}">
                <a16:creationId xmlns:a16="http://schemas.microsoft.com/office/drawing/2014/main" id="{28654C6C-C3B4-E788-E205-A0AE29C4A0AD}"/>
              </a:ext>
            </a:extLst>
          </p:cNvPr>
          <p:cNvSpPr txBox="1"/>
          <p:nvPr/>
        </p:nvSpPr>
        <p:spPr>
          <a:xfrm>
            <a:off x="2345237" y="539997"/>
            <a:ext cx="4453525" cy="56935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2500" dirty="0">
                <a:solidFill>
                  <a:schemeClr val="accent5">
                    <a:lumMod val="50000"/>
                  </a:schemeClr>
                </a:solidFill>
                <a:latin typeface="Lexend"/>
                <a:ea typeface="Lexend"/>
                <a:cs typeface="Lexend"/>
                <a:sym typeface="Lexend"/>
              </a:rPr>
              <a:t>TÉCNICAS DE ELICITAÇÃO</a:t>
            </a:r>
          </a:p>
        </p:txBody>
      </p:sp>
      <p:pic>
        <p:nvPicPr>
          <p:cNvPr id="11266" name="Picture 2" descr="Compatibilidad de software entre diversas plataformas Una guía completa |  Vector Premium">
            <a:extLst>
              <a:ext uri="{FF2B5EF4-FFF2-40B4-BE49-F238E27FC236}">
                <a16:creationId xmlns:a16="http://schemas.microsoft.com/office/drawing/2014/main" id="{CC792A7E-86BC-BFEA-A353-99BECF2EC862}"/>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9585" b="91214" l="4633" r="93291">
                        <a14:foregroundMark x1="15655" y1="19968" x2="15655" y2="19968"/>
                        <a14:foregroundMark x1="16294" y1="36581" x2="16294" y2="36581"/>
                        <a14:foregroundMark x1="8786" y1="61502" x2="8307" y2="73642"/>
                        <a14:foregroundMark x1="8307" y1="73642" x2="8307" y2="73642"/>
                        <a14:foregroundMark x1="4792" y1="75240" x2="4792" y2="75240"/>
                        <a14:foregroundMark x1="62939" y1="23482" x2="64058" y2="31949"/>
                        <a14:foregroundMark x1="55591" y1="12460" x2="69649" y2="23802"/>
                        <a14:foregroundMark x1="69649" y1="23802" x2="72843" y2="30032"/>
                        <a14:foregroundMark x1="93291" y1="29553" x2="78435" y2="48722"/>
                        <a14:foregroundMark x1="78435" y1="48722" x2="69489" y2="51278"/>
                        <a14:foregroundMark x1="62300" y1="35304" x2="88978" y2="51757"/>
                        <a14:foregroundMark x1="91214" y1="27636" x2="78754" y2="28435"/>
                        <a14:foregroundMark x1="74760" y1="14377" x2="74920" y2="31789"/>
                        <a14:foregroundMark x1="74920" y1="31789" x2="58466" y2="34185"/>
                        <a14:foregroundMark x1="58466" y1="34185" x2="50479" y2="29073"/>
                        <a14:foregroundMark x1="50479" y1="29073" x2="49042" y2="18051"/>
                        <a14:foregroundMark x1="49042" y1="18051" x2="59425" y2="14058"/>
                        <a14:foregroundMark x1="59425" y1="14058" x2="71246" y2="14696"/>
                        <a14:foregroundMark x1="59265" y1="22843" x2="59265" y2="22843"/>
                        <a14:foregroundMark x1="59265" y1="22843" x2="57188" y2="22843"/>
                        <a14:foregroundMark x1="91534" y1="30192" x2="79872" y2="32428"/>
                        <a14:foregroundMark x1="79872" y1="32428" x2="84345" y2="33866"/>
                        <a14:foregroundMark x1="92652" y1="44888" x2="90096" y2="54952"/>
                        <a14:foregroundMark x1="90096" y1="54952" x2="79233" y2="56390"/>
                        <a14:foregroundMark x1="79233" y1="56390" x2="67412" y2="54473"/>
                        <a14:foregroundMark x1="67412" y1="54473" x2="63738" y2="45367"/>
                        <a14:foregroundMark x1="63738" y1="45367" x2="62939" y2="37859"/>
                        <a14:foregroundMark x1="45048" y1="29553" x2="41693" y2="40096"/>
                        <a14:foregroundMark x1="41693" y1="40096" x2="56709" y2="43291"/>
                        <a14:foregroundMark x1="56709" y1="43291" x2="59585" y2="55911"/>
                        <a14:foregroundMark x1="56550" y1="44728" x2="44409" y2="45208"/>
                        <a14:foregroundMark x1="44409" y1="45208" x2="44409" y2="45208"/>
                        <a14:foregroundMark x1="92971" y1="61342" x2="80032" y2="63578"/>
                        <a14:foregroundMark x1="80032" y1="63578" x2="67891" y2="62141"/>
                        <a14:foregroundMark x1="67891" y1="62141" x2="67732" y2="65335"/>
                        <a14:foregroundMark x1="53674" y1="48562" x2="51917" y2="45847"/>
                        <a14:foregroundMark x1="62460" y1="59265" x2="80671" y2="60064"/>
                        <a14:foregroundMark x1="50799" y1="73802" x2="50799" y2="73802"/>
                        <a14:foregroundMark x1="67093" y1="69808" x2="66933" y2="87061"/>
                        <a14:foregroundMark x1="61182" y1="89776" x2="67412" y2="89776"/>
                        <a14:foregroundMark x1="81310" y1="87380" x2="81949" y2="84665"/>
                        <a14:foregroundMark x1="86581" y1="76677" x2="88179" y2="74760"/>
                        <a14:foregroundMark x1="83067" y1="71885" x2="83067" y2="69329"/>
                        <a14:foregroundMark x1="79553" y1="80032" x2="77316" y2="77636"/>
                        <a14:foregroundMark x1="85304" y1="88339" x2="83546" y2="87859"/>
                        <a14:foregroundMark x1="19808" y1="13898" x2="19808" y2="13898"/>
                        <a14:foregroundMark x1="12780" y1="13898" x2="12780" y2="13898"/>
                        <a14:foregroundMark x1="16454" y1="22843" x2="16454" y2="22843"/>
                        <a14:foregroundMark x1="11661" y1="17732" x2="11661" y2="17732"/>
                        <a14:foregroundMark x1="27157" y1="90256" x2="34345" y2="90895"/>
                        <a14:foregroundMark x1="57508" y1="90895" x2="51917" y2="91214"/>
                        <a14:foregroundMark x1="49042" y1="90735" x2="19169" y2="90256"/>
                        <a14:foregroundMark x1="16933" y1="90256" x2="46805" y2="91214"/>
                        <a14:foregroundMark x1="49361" y1="90895" x2="53514" y2="90575"/>
                        <a14:foregroundMark x1="51278" y1="90575" x2="18371" y2="90735"/>
                        <a14:foregroundMark x1="52077" y1="71725" x2="49840" y2="74601"/>
                      </a14:backgroundRemoval>
                    </a14:imgEffect>
                  </a14:imgLayer>
                </a14:imgProps>
              </a:ext>
              <a:ext uri="{28A0092B-C50C-407E-A947-70E740481C1C}">
                <a14:useLocalDpi xmlns:a14="http://schemas.microsoft.com/office/drawing/2010/main" val="0"/>
              </a:ext>
            </a:extLst>
          </a:blip>
          <a:srcRect l="3818" t="7765" r="3614" b="10499"/>
          <a:stretch>
            <a:fillRect/>
          </a:stretch>
        </p:blipFill>
        <p:spPr bwMode="auto">
          <a:xfrm>
            <a:off x="6274676" y="2063994"/>
            <a:ext cx="2771777" cy="2447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26250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1">
          <a:extLst>
            <a:ext uri="{FF2B5EF4-FFF2-40B4-BE49-F238E27FC236}">
              <a16:creationId xmlns:a16="http://schemas.microsoft.com/office/drawing/2014/main" id="{EC0F2199-680C-E6A4-1637-D74BCBEA86D3}"/>
            </a:ext>
          </a:extLst>
        </p:cNvPr>
        <p:cNvGrpSpPr/>
        <p:nvPr/>
      </p:nvGrpSpPr>
      <p:grpSpPr>
        <a:xfrm>
          <a:off x="0" y="0"/>
          <a:ext cx="0" cy="0"/>
          <a:chOff x="0" y="0"/>
          <a:chExt cx="0" cy="0"/>
        </a:xfrm>
      </p:grpSpPr>
      <p:pic>
        <p:nvPicPr>
          <p:cNvPr id="8" name="Google Shape;73;p3" title="02.png">
            <a:extLst>
              <a:ext uri="{FF2B5EF4-FFF2-40B4-BE49-F238E27FC236}">
                <a16:creationId xmlns:a16="http://schemas.microsoft.com/office/drawing/2014/main" id="{7E442035-B818-8710-EB2C-03262F9BB5F7}"/>
              </a:ext>
            </a:extLst>
          </p:cNvPr>
          <p:cNvPicPr preferRelativeResize="0"/>
          <p:nvPr/>
        </p:nvPicPr>
        <p:blipFill>
          <a:blip r:embed="rId3">
            <a:alphaModFix/>
          </a:blip>
          <a:stretch>
            <a:fillRect/>
          </a:stretch>
        </p:blipFill>
        <p:spPr>
          <a:xfrm>
            <a:off x="0" y="-5"/>
            <a:ext cx="9144000" cy="5143505"/>
          </a:xfrm>
          <a:prstGeom prst="rect">
            <a:avLst/>
          </a:prstGeom>
          <a:noFill/>
          <a:ln>
            <a:noFill/>
          </a:ln>
        </p:spPr>
      </p:pic>
      <p:sp>
        <p:nvSpPr>
          <p:cNvPr id="83" name="Google Shape;83;g3641ca8743c_0_16">
            <a:extLst>
              <a:ext uri="{FF2B5EF4-FFF2-40B4-BE49-F238E27FC236}">
                <a16:creationId xmlns:a16="http://schemas.microsoft.com/office/drawing/2014/main" id="{EBE0ECA6-DF00-61F8-0FBF-5026E59E49AA}"/>
              </a:ext>
            </a:extLst>
          </p:cNvPr>
          <p:cNvSpPr/>
          <p:nvPr/>
        </p:nvSpPr>
        <p:spPr>
          <a:xfrm>
            <a:off x="5486400" y="-338875"/>
            <a:ext cx="3657599" cy="2376568"/>
          </a:xfrm>
          <a:prstGeom prst="roundRect">
            <a:avLst>
              <a:gd name="adj" fmla="val 12114"/>
            </a:avLst>
          </a:prstGeom>
          <a:solidFill>
            <a:srgbClr val="D9D2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 name="Google Shape;84;g3641ca8743c_0_16">
            <a:extLst>
              <a:ext uri="{FF2B5EF4-FFF2-40B4-BE49-F238E27FC236}">
                <a16:creationId xmlns:a16="http://schemas.microsoft.com/office/drawing/2014/main" id="{A00DD601-031F-DC9C-6B5E-6D3E0A7B02FA}"/>
              </a:ext>
            </a:extLst>
          </p:cNvPr>
          <p:cNvSpPr txBox="1"/>
          <p:nvPr/>
        </p:nvSpPr>
        <p:spPr>
          <a:xfrm>
            <a:off x="-1" y="207821"/>
            <a:ext cx="5486399" cy="369302"/>
          </a:xfrm>
          <a:prstGeom prst="rect">
            <a:avLst/>
          </a:prstGeom>
          <a:noFill/>
          <a:ln>
            <a:noFill/>
          </a:ln>
        </p:spPr>
        <p:txBody>
          <a:bodyPr spcFirstLastPara="1" wrap="square" lIns="91425" tIns="91425" rIns="91425" bIns="91425" anchor="t" anchorCtr="0">
            <a:spAutoFit/>
          </a:bodyPr>
          <a:lstStyle/>
          <a:p>
            <a:pPr marL="171450" lvl="0" indent="-171450" rtl="0">
              <a:spcBef>
                <a:spcPts val="0"/>
              </a:spcBef>
              <a:spcAft>
                <a:spcPts val="0"/>
              </a:spcAft>
              <a:buFontTx/>
              <a:buChar char="-"/>
            </a:pPr>
            <a:r>
              <a:rPr lang="pt-BR" sz="1200" b="1" dirty="0">
                <a:solidFill>
                  <a:schemeClr val="bg2">
                    <a:lumMod val="75000"/>
                  </a:schemeClr>
                </a:solidFill>
                <a:latin typeface="Lexend ExtraLight"/>
                <a:ea typeface="Lexend ExtraLight"/>
                <a:cs typeface="Lexend ExtraLight"/>
                <a:sym typeface="Lexend ExtraLight"/>
              </a:rPr>
              <a:t>Ferramentas visuais: mapas mentais, casos de uso, </a:t>
            </a:r>
            <a:r>
              <a:rPr lang="pt-BR" sz="1200" b="1" dirty="0" err="1">
                <a:solidFill>
                  <a:schemeClr val="bg2">
                    <a:lumMod val="75000"/>
                  </a:schemeClr>
                </a:solidFill>
                <a:latin typeface="Lexend ExtraLight"/>
                <a:ea typeface="Lexend ExtraLight"/>
                <a:cs typeface="Lexend ExtraLight"/>
                <a:sym typeface="Lexend ExtraLight"/>
              </a:rPr>
              <a:t>user</a:t>
            </a:r>
            <a:r>
              <a:rPr lang="pt-BR" sz="1200" b="1" dirty="0">
                <a:solidFill>
                  <a:schemeClr val="bg2">
                    <a:lumMod val="75000"/>
                  </a:schemeClr>
                </a:solidFill>
                <a:latin typeface="Lexend ExtraLight"/>
                <a:ea typeface="Lexend ExtraLight"/>
                <a:cs typeface="Lexend ExtraLight"/>
                <a:sym typeface="Lexend ExtraLight"/>
              </a:rPr>
              <a:t> stories.</a:t>
            </a:r>
          </a:p>
        </p:txBody>
      </p:sp>
      <p:sp>
        <p:nvSpPr>
          <p:cNvPr id="87" name="Google Shape;87;g3641ca8743c_0_16">
            <a:extLst>
              <a:ext uri="{FF2B5EF4-FFF2-40B4-BE49-F238E27FC236}">
                <a16:creationId xmlns:a16="http://schemas.microsoft.com/office/drawing/2014/main" id="{04F1674C-69D3-6089-2821-36A03F1437F0}"/>
              </a:ext>
            </a:extLst>
          </p:cNvPr>
          <p:cNvSpPr txBox="1"/>
          <p:nvPr/>
        </p:nvSpPr>
        <p:spPr>
          <a:xfrm>
            <a:off x="5486399" y="374806"/>
            <a:ext cx="3657602" cy="954077"/>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2500" dirty="0">
                <a:solidFill>
                  <a:schemeClr val="accent5">
                    <a:lumMod val="50000"/>
                  </a:schemeClr>
                </a:solidFill>
                <a:latin typeface="Lexend"/>
                <a:ea typeface="Lexend"/>
                <a:cs typeface="Lexend"/>
                <a:sym typeface="Lexend"/>
              </a:rPr>
              <a:t>ORGANIZAÇÃO DAS INFORMAÇÕES</a:t>
            </a:r>
          </a:p>
        </p:txBody>
      </p:sp>
      <p:pic>
        <p:nvPicPr>
          <p:cNvPr id="1030" name="Picture 6" descr="User stories: Como traduzir as necessidades para desenvolvedores | by  Manuela César | UX Collective 🇧🇷">
            <a:extLst>
              <a:ext uri="{FF2B5EF4-FFF2-40B4-BE49-F238E27FC236}">
                <a16:creationId xmlns:a16="http://schemas.microsoft.com/office/drawing/2014/main" id="{8D931EF4-B53F-0284-F890-3A17A18A30B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7198" b="15215"/>
          <a:stretch>
            <a:fillRect/>
          </a:stretch>
        </p:blipFill>
        <p:spPr bwMode="auto">
          <a:xfrm>
            <a:off x="42040" y="614310"/>
            <a:ext cx="5381297" cy="1818508"/>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84;g3641ca8743c_0_16">
            <a:extLst>
              <a:ext uri="{FF2B5EF4-FFF2-40B4-BE49-F238E27FC236}">
                <a16:creationId xmlns:a16="http://schemas.microsoft.com/office/drawing/2014/main" id="{F12C7E4E-47B4-229D-0DB6-E7B729418F70}"/>
              </a:ext>
            </a:extLst>
          </p:cNvPr>
          <p:cNvSpPr txBox="1"/>
          <p:nvPr/>
        </p:nvSpPr>
        <p:spPr>
          <a:xfrm>
            <a:off x="0" y="2773743"/>
            <a:ext cx="5486400" cy="369302"/>
          </a:xfrm>
          <a:prstGeom prst="rect">
            <a:avLst/>
          </a:prstGeom>
          <a:noFill/>
          <a:ln>
            <a:noFill/>
          </a:ln>
        </p:spPr>
        <p:txBody>
          <a:bodyPr spcFirstLastPara="1" wrap="square" lIns="91425" tIns="91425" rIns="91425" bIns="91425" anchor="t" anchorCtr="0">
            <a:spAutoFit/>
          </a:bodyPr>
          <a:lstStyle/>
          <a:p>
            <a:pPr marL="171450" lvl="0" indent="-171450" rtl="0">
              <a:spcBef>
                <a:spcPts val="0"/>
              </a:spcBef>
              <a:spcAft>
                <a:spcPts val="0"/>
              </a:spcAft>
              <a:buFontTx/>
              <a:buChar char="-"/>
            </a:pPr>
            <a:r>
              <a:rPr lang="pt-BR" sz="1200" b="1" dirty="0">
                <a:solidFill>
                  <a:schemeClr val="bg2">
                    <a:lumMod val="75000"/>
                  </a:schemeClr>
                </a:solidFill>
                <a:latin typeface="Lexend ExtraLight"/>
                <a:ea typeface="Lexend ExtraLight"/>
                <a:cs typeface="Lexend ExtraLight"/>
                <a:sym typeface="Lexend ExtraLight"/>
              </a:rPr>
              <a:t>Documentação inicial de requisitos: texto simples, claro e direto.</a:t>
            </a:r>
          </a:p>
        </p:txBody>
      </p:sp>
      <p:sp>
        <p:nvSpPr>
          <p:cNvPr id="7" name="Google Shape;84;g3641ca8743c_0_16">
            <a:extLst>
              <a:ext uri="{FF2B5EF4-FFF2-40B4-BE49-F238E27FC236}">
                <a16:creationId xmlns:a16="http://schemas.microsoft.com/office/drawing/2014/main" id="{D647C6CB-06D7-BB52-52FF-1D6891DBD852}"/>
              </a:ext>
            </a:extLst>
          </p:cNvPr>
          <p:cNvSpPr txBox="1"/>
          <p:nvPr/>
        </p:nvSpPr>
        <p:spPr>
          <a:xfrm>
            <a:off x="1424151" y="3143045"/>
            <a:ext cx="7478111" cy="1261854"/>
          </a:xfrm>
          <a:prstGeom prst="rect">
            <a:avLst/>
          </a:prstGeom>
          <a:noFill/>
          <a:ln>
            <a:noFill/>
          </a:ln>
        </p:spPr>
        <p:txBody>
          <a:bodyPr spcFirstLastPara="1" wrap="square" lIns="91425" tIns="91425" rIns="91425" bIns="91425" anchor="t" anchorCtr="0">
            <a:spAutoFit/>
          </a:bodyPr>
          <a:lstStyle/>
          <a:p>
            <a:pPr lvl="0" algn="ctr" rtl="0">
              <a:spcBef>
                <a:spcPts val="0"/>
              </a:spcBef>
              <a:spcAft>
                <a:spcPts val="0"/>
              </a:spcAft>
            </a:pPr>
            <a:r>
              <a:rPr lang="pt-BR" sz="1200" dirty="0">
                <a:solidFill>
                  <a:schemeClr val="bg2">
                    <a:lumMod val="75000"/>
                  </a:schemeClr>
                </a:solidFill>
                <a:latin typeface="Lexend ExtraLight"/>
                <a:ea typeface="Lexend ExtraLight"/>
                <a:cs typeface="Lexend ExtraLight"/>
                <a:sym typeface="Lexend ExtraLight"/>
              </a:rPr>
              <a:t>Deve Conter:</a:t>
            </a:r>
          </a:p>
          <a:p>
            <a:pPr lvl="0" algn="ctr" rtl="0">
              <a:spcBef>
                <a:spcPts val="0"/>
              </a:spcBef>
              <a:spcAft>
                <a:spcPts val="0"/>
              </a:spcAft>
            </a:pPr>
            <a:endParaRPr lang="pt-BR" sz="1200" dirty="0">
              <a:solidFill>
                <a:schemeClr val="bg2">
                  <a:lumMod val="75000"/>
                </a:schemeClr>
              </a:solidFill>
              <a:latin typeface="Lexend ExtraLight"/>
              <a:ea typeface="Lexend ExtraLight"/>
              <a:cs typeface="Lexend ExtraLight"/>
              <a:sym typeface="Lexend ExtraLight"/>
            </a:endParaRPr>
          </a:p>
          <a:p>
            <a:pPr lvl="0" rtl="0">
              <a:spcBef>
                <a:spcPts val="0"/>
              </a:spcBef>
              <a:spcAft>
                <a:spcPts val="0"/>
              </a:spcAft>
            </a:pPr>
            <a:r>
              <a:rPr lang="pt-BR" sz="1200" u="sng" dirty="0">
                <a:solidFill>
                  <a:schemeClr val="bg2">
                    <a:lumMod val="75000"/>
                  </a:schemeClr>
                </a:solidFill>
                <a:latin typeface="Lexend ExtraLight"/>
                <a:ea typeface="Lexend ExtraLight"/>
                <a:cs typeface="Lexend ExtraLight"/>
                <a:sym typeface="Lexend ExtraLight"/>
              </a:rPr>
              <a:t>Requisitos Funcionais:</a:t>
            </a:r>
            <a:r>
              <a:rPr lang="pt-BR" sz="1200" dirty="0">
                <a:solidFill>
                  <a:schemeClr val="bg2">
                    <a:lumMod val="75000"/>
                  </a:schemeClr>
                </a:solidFill>
                <a:latin typeface="Lexend ExtraLight"/>
                <a:ea typeface="Lexend ExtraLight"/>
                <a:cs typeface="Lexend ExtraLight"/>
                <a:sym typeface="Lexend ExtraLight"/>
              </a:rPr>
              <a:t> listados em tópicos numerados.</a:t>
            </a:r>
          </a:p>
          <a:p>
            <a:pPr lvl="0" rtl="0">
              <a:spcBef>
                <a:spcPts val="0"/>
              </a:spcBef>
              <a:spcAft>
                <a:spcPts val="0"/>
              </a:spcAft>
            </a:pPr>
            <a:endParaRPr lang="pt-BR" sz="500" dirty="0">
              <a:solidFill>
                <a:schemeClr val="bg2">
                  <a:lumMod val="75000"/>
                </a:schemeClr>
              </a:solidFill>
              <a:latin typeface="Lexend ExtraLight"/>
              <a:ea typeface="Lexend ExtraLight"/>
              <a:cs typeface="Lexend ExtraLight"/>
              <a:sym typeface="Lexend ExtraLight"/>
            </a:endParaRPr>
          </a:p>
          <a:p>
            <a:pPr lvl="0" rtl="0">
              <a:spcBef>
                <a:spcPts val="0"/>
              </a:spcBef>
              <a:spcAft>
                <a:spcPts val="0"/>
              </a:spcAft>
            </a:pPr>
            <a:r>
              <a:rPr lang="pt-BR" sz="1200" u="sng" dirty="0">
                <a:solidFill>
                  <a:schemeClr val="bg2">
                    <a:lumMod val="75000"/>
                  </a:schemeClr>
                </a:solidFill>
                <a:latin typeface="Lexend ExtraLight"/>
                <a:ea typeface="Lexend ExtraLight"/>
                <a:cs typeface="Lexend ExtraLight"/>
                <a:sym typeface="Lexend ExtraLight"/>
              </a:rPr>
              <a:t>Requisitos Não Funcionais:</a:t>
            </a:r>
            <a:r>
              <a:rPr lang="pt-BR" sz="1200" dirty="0">
                <a:solidFill>
                  <a:schemeClr val="bg2">
                    <a:lumMod val="75000"/>
                  </a:schemeClr>
                </a:solidFill>
                <a:latin typeface="Lexend ExtraLight"/>
                <a:ea typeface="Lexend ExtraLight"/>
                <a:cs typeface="Lexend ExtraLight"/>
                <a:sym typeface="Lexend ExtraLight"/>
              </a:rPr>
              <a:t> separados e detalhados (desempenho, segurança, confiabilidade).</a:t>
            </a:r>
          </a:p>
          <a:p>
            <a:pPr lvl="0" rtl="0">
              <a:spcBef>
                <a:spcPts val="0"/>
              </a:spcBef>
              <a:spcAft>
                <a:spcPts val="0"/>
              </a:spcAft>
            </a:pPr>
            <a:endParaRPr lang="pt-BR" sz="500" dirty="0">
              <a:solidFill>
                <a:schemeClr val="bg2">
                  <a:lumMod val="75000"/>
                </a:schemeClr>
              </a:solidFill>
              <a:latin typeface="Lexend ExtraLight"/>
              <a:ea typeface="Lexend ExtraLight"/>
              <a:cs typeface="Lexend ExtraLight"/>
              <a:sym typeface="Lexend ExtraLight"/>
            </a:endParaRPr>
          </a:p>
          <a:p>
            <a:pPr lvl="0" rtl="0">
              <a:spcBef>
                <a:spcPts val="0"/>
              </a:spcBef>
              <a:spcAft>
                <a:spcPts val="0"/>
              </a:spcAft>
            </a:pPr>
            <a:r>
              <a:rPr lang="pt-BR" sz="1200" u="sng" dirty="0">
                <a:solidFill>
                  <a:schemeClr val="bg2">
                    <a:lumMod val="75000"/>
                  </a:schemeClr>
                </a:solidFill>
                <a:latin typeface="Lexend ExtraLight"/>
                <a:ea typeface="Lexend ExtraLight"/>
                <a:cs typeface="Lexend ExtraLight"/>
                <a:sym typeface="Lexend ExtraLight"/>
              </a:rPr>
              <a:t>Observações:</a:t>
            </a:r>
            <a:r>
              <a:rPr lang="pt-BR" sz="1200" dirty="0">
                <a:solidFill>
                  <a:schemeClr val="bg2">
                    <a:lumMod val="75000"/>
                  </a:schemeClr>
                </a:solidFill>
                <a:latin typeface="Lexend ExtraLight"/>
                <a:ea typeface="Lexend ExtraLight"/>
                <a:cs typeface="Lexend ExtraLight"/>
                <a:sym typeface="Lexend ExtraLight"/>
              </a:rPr>
              <a:t> pontos pendentes ou dúvidas levantadas.</a:t>
            </a:r>
          </a:p>
        </p:txBody>
      </p:sp>
    </p:spTree>
    <p:extLst>
      <p:ext uri="{BB962C8B-B14F-4D97-AF65-F5344CB8AC3E}">
        <p14:creationId xmlns:p14="http://schemas.microsoft.com/office/powerpoint/2010/main" val="40549257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1">
          <a:extLst>
            <a:ext uri="{FF2B5EF4-FFF2-40B4-BE49-F238E27FC236}">
              <a16:creationId xmlns:a16="http://schemas.microsoft.com/office/drawing/2014/main" id="{5CB45EC3-F549-EDEA-4662-EC47D3C34993}"/>
            </a:ext>
          </a:extLst>
        </p:cNvPr>
        <p:cNvGrpSpPr/>
        <p:nvPr/>
      </p:nvGrpSpPr>
      <p:grpSpPr>
        <a:xfrm>
          <a:off x="0" y="0"/>
          <a:ext cx="0" cy="0"/>
          <a:chOff x="0" y="0"/>
          <a:chExt cx="0" cy="0"/>
        </a:xfrm>
      </p:grpSpPr>
      <p:pic>
        <p:nvPicPr>
          <p:cNvPr id="8" name="Google Shape;73;p3" title="02.png">
            <a:extLst>
              <a:ext uri="{FF2B5EF4-FFF2-40B4-BE49-F238E27FC236}">
                <a16:creationId xmlns:a16="http://schemas.microsoft.com/office/drawing/2014/main" id="{2595A4FC-84BF-7D78-EA99-5C24DEE72ADA}"/>
              </a:ext>
            </a:extLst>
          </p:cNvPr>
          <p:cNvPicPr preferRelativeResize="0"/>
          <p:nvPr/>
        </p:nvPicPr>
        <p:blipFill>
          <a:blip r:embed="rId3">
            <a:alphaModFix/>
          </a:blip>
          <a:stretch>
            <a:fillRect/>
          </a:stretch>
        </p:blipFill>
        <p:spPr>
          <a:xfrm>
            <a:off x="0" y="-5"/>
            <a:ext cx="9144000" cy="5143505"/>
          </a:xfrm>
          <a:prstGeom prst="rect">
            <a:avLst/>
          </a:prstGeom>
          <a:noFill/>
          <a:ln>
            <a:noFill/>
          </a:ln>
        </p:spPr>
      </p:pic>
      <p:sp>
        <p:nvSpPr>
          <p:cNvPr id="83" name="Google Shape;83;g3641ca8743c_0_16">
            <a:extLst>
              <a:ext uri="{FF2B5EF4-FFF2-40B4-BE49-F238E27FC236}">
                <a16:creationId xmlns:a16="http://schemas.microsoft.com/office/drawing/2014/main" id="{DC440987-B0CB-CD48-FD1E-CDBB678A9B4B}"/>
              </a:ext>
            </a:extLst>
          </p:cNvPr>
          <p:cNvSpPr/>
          <p:nvPr/>
        </p:nvSpPr>
        <p:spPr>
          <a:xfrm>
            <a:off x="0" y="-338876"/>
            <a:ext cx="9144000" cy="2409413"/>
          </a:xfrm>
          <a:prstGeom prst="roundRect">
            <a:avLst>
              <a:gd name="adj" fmla="val 12114"/>
            </a:avLst>
          </a:prstGeom>
          <a:solidFill>
            <a:srgbClr val="D9D2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 name="Google Shape;84;g3641ca8743c_0_16">
            <a:extLst>
              <a:ext uri="{FF2B5EF4-FFF2-40B4-BE49-F238E27FC236}">
                <a16:creationId xmlns:a16="http://schemas.microsoft.com/office/drawing/2014/main" id="{D9EA3734-15E1-4C31-C6AB-663FC72734CE}"/>
              </a:ext>
            </a:extLst>
          </p:cNvPr>
          <p:cNvSpPr txBox="1"/>
          <p:nvPr/>
        </p:nvSpPr>
        <p:spPr>
          <a:xfrm>
            <a:off x="97547" y="2070537"/>
            <a:ext cx="5809267" cy="1600408"/>
          </a:xfrm>
          <a:prstGeom prst="rect">
            <a:avLst/>
          </a:prstGeom>
          <a:noFill/>
          <a:ln>
            <a:noFill/>
          </a:ln>
        </p:spPr>
        <p:txBody>
          <a:bodyPr spcFirstLastPara="1" wrap="square" lIns="91425" tIns="91425" rIns="91425" bIns="91425" anchor="t" anchorCtr="0">
            <a:spAutoFit/>
          </a:bodyPr>
          <a:lstStyle/>
          <a:p>
            <a:pPr marL="171450" lvl="0" indent="-171450"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Linguagem ambígua → diferentes interpretações.</a:t>
            </a:r>
          </a:p>
          <a:p>
            <a:pPr lvl="0" rtl="0">
              <a:spcBef>
                <a:spcPts val="0"/>
              </a:spcBef>
              <a:spcAft>
                <a:spcPts val="0"/>
              </a:spcAft>
            </a:pPr>
            <a:endParaRPr lang="pt-BR" sz="800" dirty="0">
              <a:solidFill>
                <a:schemeClr val="bg2">
                  <a:lumMod val="75000"/>
                </a:schemeClr>
              </a:solidFill>
              <a:latin typeface="Lexend ExtraLight"/>
              <a:ea typeface="Lexend ExtraLight"/>
              <a:cs typeface="Lexend ExtraLight"/>
              <a:sym typeface="Lexend ExtraLight"/>
            </a:endParaRPr>
          </a:p>
          <a:p>
            <a:pPr marL="171450" lvl="0" indent="-171450"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Conflitos entre stakeholders.</a:t>
            </a:r>
          </a:p>
          <a:p>
            <a:pPr lvl="0" rtl="0">
              <a:spcBef>
                <a:spcPts val="0"/>
              </a:spcBef>
              <a:spcAft>
                <a:spcPts val="0"/>
              </a:spcAft>
            </a:pPr>
            <a:endParaRPr lang="pt-BR" sz="800" dirty="0">
              <a:solidFill>
                <a:schemeClr val="bg2">
                  <a:lumMod val="75000"/>
                </a:schemeClr>
              </a:solidFill>
              <a:latin typeface="Lexend ExtraLight"/>
              <a:ea typeface="Lexend ExtraLight"/>
              <a:cs typeface="Lexend ExtraLight"/>
              <a:sym typeface="Lexend ExtraLight"/>
            </a:endParaRPr>
          </a:p>
          <a:p>
            <a:pPr marL="171450" lvl="0" indent="-171450"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Requisitos ocultos (usuários esquecem ou omitem).</a:t>
            </a:r>
          </a:p>
          <a:p>
            <a:pPr lvl="0" rtl="0">
              <a:spcBef>
                <a:spcPts val="0"/>
              </a:spcBef>
              <a:spcAft>
                <a:spcPts val="0"/>
              </a:spcAft>
            </a:pPr>
            <a:endParaRPr lang="pt-BR" sz="800" dirty="0">
              <a:solidFill>
                <a:schemeClr val="bg2">
                  <a:lumMod val="75000"/>
                </a:schemeClr>
              </a:solidFill>
              <a:latin typeface="Lexend ExtraLight"/>
              <a:ea typeface="Lexend ExtraLight"/>
              <a:cs typeface="Lexend ExtraLight"/>
              <a:sym typeface="Lexend ExtraLight"/>
            </a:endParaRPr>
          </a:p>
          <a:p>
            <a:pPr marL="171450" lvl="0" indent="-171450"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Requisitos em excesso ou contraditórios.</a:t>
            </a:r>
          </a:p>
          <a:p>
            <a:pPr lvl="0" rtl="0">
              <a:spcBef>
                <a:spcPts val="0"/>
              </a:spcBef>
              <a:spcAft>
                <a:spcPts val="0"/>
              </a:spcAft>
            </a:pPr>
            <a:endParaRPr lang="pt-BR" sz="800" dirty="0">
              <a:solidFill>
                <a:schemeClr val="bg2">
                  <a:lumMod val="75000"/>
                </a:schemeClr>
              </a:solidFill>
              <a:latin typeface="Lexend ExtraLight"/>
              <a:ea typeface="Lexend ExtraLight"/>
              <a:cs typeface="Lexend ExtraLight"/>
              <a:sym typeface="Lexend ExtraLight"/>
            </a:endParaRPr>
          </a:p>
          <a:p>
            <a:pPr marL="171450" lvl="0" indent="-171450" rtl="0">
              <a:spcBef>
                <a:spcPts val="0"/>
              </a:spcBef>
              <a:spcAft>
                <a:spcPts val="0"/>
              </a:spcAft>
              <a:buFontTx/>
              <a:buChar char="-"/>
            </a:pPr>
            <a:r>
              <a:rPr lang="pt-BR" sz="1200" dirty="0">
                <a:solidFill>
                  <a:schemeClr val="bg2">
                    <a:lumMod val="75000"/>
                  </a:schemeClr>
                </a:solidFill>
                <a:latin typeface="Lexend ExtraLight"/>
                <a:ea typeface="Lexend ExtraLight"/>
                <a:cs typeface="Lexend ExtraLight"/>
                <a:sym typeface="Lexend ExtraLight"/>
              </a:rPr>
              <a:t>Mudanças frequentes durante o projeto.</a:t>
            </a:r>
          </a:p>
        </p:txBody>
      </p:sp>
      <p:sp>
        <p:nvSpPr>
          <p:cNvPr id="87" name="Google Shape;87;g3641ca8743c_0_16">
            <a:extLst>
              <a:ext uri="{FF2B5EF4-FFF2-40B4-BE49-F238E27FC236}">
                <a16:creationId xmlns:a16="http://schemas.microsoft.com/office/drawing/2014/main" id="{3BE2AD4B-5E2A-B547-2A04-44689A6EAEE5}"/>
              </a:ext>
            </a:extLst>
          </p:cNvPr>
          <p:cNvSpPr txBox="1"/>
          <p:nvPr/>
        </p:nvSpPr>
        <p:spPr>
          <a:xfrm>
            <a:off x="2345237" y="388791"/>
            <a:ext cx="4453525" cy="954077"/>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2500" dirty="0">
                <a:solidFill>
                  <a:schemeClr val="accent5">
                    <a:lumMod val="50000"/>
                  </a:schemeClr>
                </a:solidFill>
                <a:latin typeface="Lexend"/>
                <a:ea typeface="Lexend"/>
                <a:cs typeface="Lexend"/>
                <a:sym typeface="Lexend"/>
              </a:rPr>
              <a:t>DESAFIOS E PROBLEMAS COMUNS</a:t>
            </a:r>
          </a:p>
        </p:txBody>
      </p:sp>
      <p:pic>
        <p:nvPicPr>
          <p:cNvPr id="1028" name="Picture 4">
            <a:extLst>
              <a:ext uri="{FF2B5EF4-FFF2-40B4-BE49-F238E27FC236}">
                <a16:creationId xmlns:a16="http://schemas.microsoft.com/office/drawing/2014/main" id="{BDE8CA66-3C8D-647F-9D4F-BEBB12D12322}"/>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foregroundMark x1="36939" y1="25510" x2="36939" y2="25510"/>
                        <a14:foregroundMark x1="40204" y1="22857" x2="35102" y2="23061"/>
                        <a14:foregroundMark x1="65714" y1="29796" x2="61224" y2="41020"/>
                        <a14:foregroundMark x1="61224" y1="41020" x2="62857" y2="41327"/>
                        <a14:foregroundMark x1="62653" y1="27551" x2="68367" y2="38061"/>
                        <a14:foregroundMark x1="68367" y1="38061" x2="58367" y2="35102"/>
                        <a14:foregroundMark x1="58980" y1="29184" x2="59592" y2="39898"/>
                        <a14:foregroundMark x1="59592" y1="39898" x2="67143" y2="40714"/>
                        <a14:foregroundMark x1="46327" y1="46837" x2="36122" y2="47755"/>
                        <a14:foregroundMark x1="36122" y1="47755" x2="43061" y2="51735"/>
                        <a14:foregroundMark x1="46327" y1="49286" x2="36429" y2="45102"/>
                        <a14:foregroundMark x1="36429" y1="45102" x2="37857" y2="54796"/>
                        <a14:foregroundMark x1="37857" y1="54796" x2="45102" y2="54388"/>
                        <a14:foregroundMark x1="47347" y1="52755" x2="45510" y2="53571"/>
                        <a14:foregroundMark x1="48571" y1="53571" x2="45510" y2="56429"/>
                        <a14:foregroundMark x1="57347" y1="47653" x2="67347" y2="51429"/>
                        <a14:foregroundMark x1="67347" y1="51429" x2="68571" y2="51531"/>
                        <a14:foregroundMark x1="69592" y1="49898" x2="60612" y2="53163"/>
                        <a14:foregroundMark x1="60612" y1="53163" x2="55510" y2="49286"/>
                        <a14:foregroundMark x1="70204" y1="51122" x2="68163" y2="53980"/>
                        <a14:foregroundMark x1="66122" y1="45000" x2="54898" y2="53367"/>
                        <a14:foregroundMark x1="54898" y1="53367" x2="51020" y2="53980"/>
                        <a14:foregroundMark x1="66939" y1="45000" x2="57041" y2="55306"/>
                        <a14:foregroundMark x1="57041" y1="55306" x2="49184" y2="55816"/>
                        <a14:foregroundMark x1="33061" y1="43980" x2="31224" y2="32857"/>
                        <a14:foregroundMark x1="41224" y1="20612" x2="55204" y2="19694"/>
                        <a14:foregroundMark x1="55204" y1="19694" x2="62653" y2="25918"/>
                        <a14:foregroundMark x1="65510" y1="22449" x2="65510" y2="22449"/>
                        <a14:foregroundMark x1="64898" y1="21429" x2="64898" y2="21429"/>
                        <a14:foregroundMark x1="59388" y1="18571" x2="59388" y2="18571"/>
                        <a14:foregroundMark x1="60816" y1="17755" x2="60816" y2="17755"/>
                        <a14:foregroundMark x1="56531" y1="16327" x2="56531" y2="16327"/>
                        <a14:foregroundMark x1="50816" y1="15306" x2="50816" y2="15306"/>
                        <a14:foregroundMark x1="47143" y1="15510" x2="47143" y2="15510"/>
                        <a14:foregroundMark x1="28980" y1="33673" x2="28980" y2="33673"/>
                        <a14:foregroundMark x1="28571" y1="39592" x2="28571" y2="39592"/>
                        <a14:foregroundMark x1="29796" y1="44592" x2="29796" y2="44592"/>
                        <a14:foregroundMark x1="54082" y1="58061" x2="54082" y2="58061"/>
                        <a14:foregroundMark x1="59796" y1="56224" x2="59796" y2="56224"/>
                        <a14:foregroundMark x1="65306" y1="27347" x2="58061" y2="20816"/>
                        <a14:foregroundMark x1="58061" y1="20816" x2="45714" y2="18776"/>
                        <a14:foregroundMark x1="48367" y1="17959" x2="58061" y2="18980"/>
                        <a14:foregroundMark x1="58061" y1="18980" x2="64898" y2="24694"/>
                        <a14:foregroundMark x1="30408" y1="32041" x2="30408" y2="32041"/>
                        <a14:foregroundMark x1="32041" y1="45612" x2="32041" y2="45612"/>
                        <a14:foregroundMark x1="32245" y1="46837" x2="32245" y2="46837"/>
                        <a14:foregroundMark x1="31837" y1="47041" x2="31837" y2="47041"/>
                        <a14:foregroundMark x1="66122" y1="23878" x2="66122" y2="23878"/>
                      </a14:backgroundRemoval>
                    </a14:imgEffect>
                  </a14:imgLayer>
                </a14:imgProps>
              </a:ext>
              <a:ext uri="{28A0092B-C50C-407E-A947-70E740481C1C}">
                <a14:useLocalDpi xmlns:a14="http://schemas.microsoft.com/office/drawing/2010/main" val="0"/>
              </a:ext>
            </a:extLst>
          </a:blip>
          <a:srcRect l="27660" t="14622" r="28611" b="38535"/>
          <a:stretch>
            <a:fillRect/>
          </a:stretch>
        </p:blipFill>
        <p:spPr bwMode="auto">
          <a:xfrm>
            <a:off x="5665530" y="2070537"/>
            <a:ext cx="2266463" cy="2427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322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1">
          <a:extLst>
            <a:ext uri="{FF2B5EF4-FFF2-40B4-BE49-F238E27FC236}">
              <a16:creationId xmlns:a16="http://schemas.microsoft.com/office/drawing/2014/main" id="{855EB18E-6676-AA68-3D0E-E08EB4906F26}"/>
            </a:ext>
          </a:extLst>
        </p:cNvPr>
        <p:cNvGrpSpPr/>
        <p:nvPr/>
      </p:nvGrpSpPr>
      <p:grpSpPr>
        <a:xfrm>
          <a:off x="0" y="0"/>
          <a:ext cx="0" cy="0"/>
          <a:chOff x="0" y="0"/>
          <a:chExt cx="0" cy="0"/>
        </a:xfrm>
      </p:grpSpPr>
      <p:pic>
        <p:nvPicPr>
          <p:cNvPr id="8" name="Google Shape;73;p3" title="02.png">
            <a:extLst>
              <a:ext uri="{FF2B5EF4-FFF2-40B4-BE49-F238E27FC236}">
                <a16:creationId xmlns:a16="http://schemas.microsoft.com/office/drawing/2014/main" id="{0230D20A-3B09-9981-3E93-03BD0BBEBD3E}"/>
              </a:ext>
            </a:extLst>
          </p:cNvPr>
          <p:cNvPicPr preferRelativeResize="0"/>
          <p:nvPr/>
        </p:nvPicPr>
        <p:blipFill>
          <a:blip r:embed="rId3">
            <a:alphaModFix/>
          </a:blip>
          <a:stretch>
            <a:fillRect/>
          </a:stretch>
        </p:blipFill>
        <p:spPr>
          <a:xfrm>
            <a:off x="0" y="-5"/>
            <a:ext cx="9144000" cy="5143505"/>
          </a:xfrm>
          <a:prstGeom prst="rect">
            <a:avLst/>
          </a:prstGeom>
          <a:noFill/>
          <a:ln>
            <a:noFill/>
          </a:ln>
        </p:spPr>
      </p:pic>
      <p:sp>
        <p:nvSpPr>
          <p:cNvPr id="83" name="Google Shape;83;g3641ca8743c_0_16">
            <a:extLst>
              <a:ext uri="{FF2B5EF4-FFF2-40B4-BE49-F238E27FC236}">
                <a16:creationId xmlns:a16="http://schemas.microsoft.com/office/drawing/2014/main" id="{33E9E7CA-FC79-1C4D-475C-F78DEADC8D6C}"/>
              </a:ext>
            </a:extLst>
          </p:cNvPr>
          <p:cNvSpPr/>
          <p:nvPr/>
        </p:nvSpPr>
        <p:spPr>
          <a:xfrm>
            <a:off x="0" y="-370407"/>
            <a:ext cx="9144000" cy="2367373"/>
          </a:xfrm>
          <a:prstGeom prst="roundRect">
            <a:avLst>
              <a:gd name="adj" fmla="val 12114"/>
            </a:avLst>
          </a:prstGeom>
          <a:solidFill>
            <a:srgbClr val="D9D2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 name="Google Shape;87;g3641ca8743c_0_16">
            <a:extLst>
              <a:ext uri="{FF2B5EF4-FFF2-40B4-BE49-F238E27FC236}">
                <a16:creationId xmlns:a16="http://schemas.microsoft.com/office/drawing/2014/main" id="{982C5002-0A2E-C0F2-C124-9E2F1D890532}"/>
              </a:ext>
            </a:extLst>
          </p:cNvPr>
          <p:cNvSpPr txBox="1"/>
          <p:nvPr/>
        </p:nvSpPr>
        <p:spPr>
          <a:xfrm>
            <a:off x="2345237" y="336240"/>
            <a:ext cx="4453525" cy="954077"/>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2500" dirty="0">
                <a:solidFill>
                  <a:schemeClr val="accent5">
                    <a:lumMod val="50000"/>
                  </a:schemeClr>
                </a:solidFill>
                <a:latin typeface="Lexend"/>
                <a:ea typeface="Lexend"/>
                <a:cs typeface="Lexend"/>
                <a:sym typeface="Lexend"/>
              </a:rPr>
              <a:t>EXEMPLO – APLICATIVO</a:t>
            </a:r>
          </a:p>
          <a:p>
            <a:pPr marL="0" lvl="0" indent="0" algn="ctr" rtl="0">
              <a:spcBef>
                <a:spcPts val="0"/>
              </a:spcBef>
              <a:spcAft>
                <a:spcPts val="0"/>
              </a:spcAft>
              <a:buNone/>
            </a:pPr>
            <a:r>
              <a:rPr lang="pt-BR" sz="2500" dirty="0">
                <a:solidFill>
                  <a:schemeClr val="accent5">
                    <a:lumMod val="50000"/>
                  </a:schemeClr>
                </a:solidFill>
                <a:latin typeface="Lexend"/>
                <a:ea typeface="Lexend"/>
                <a:cs typeface="Lexend"/>
                <a:sym typeface="Lexend"/>
              </a:rPr>
              <a:t>DE MOBILIDADE URBANA</a:t>
            </a:r>
          </a:p>
        </p:txBody>
      </p:sp>
      <p:sp>
        <p:nvSpPr>
          <p:cNvPr id="3" name="CaixaDeTexto 2">
            <a:extLst>
              <a:ext uri="{FF2B5EF4-FFF2-40B4-BE49-F238E27FC236}">
                <a16:creationId xmlns:a16="http://schemas.microsoft.com/office/drawing/2014/main" id="{7462BB86-DC5A-E43C-5797-8DCDB9A0F17D}"/>
              </a:ext>
            </a:extLst>
          </p:cNvPr>
          <p:cNvSpPr txBox="1"/>
          <p:nvPr/>
        </p:nvSpPr>
        <p:spPr>
          <a:xfrm>
            <a:off x="1387365" y="2007477"/>
            <a:ext cx="6710855" cy="2492990"/>
          </a:xfrm>
          <a:prstGeom prst="rect">
            <a:avLst/>
          </a:prstGeom>
          <a:noFill/>
        </p:spPr>
        <p:txBody>
          <a:bodyPr wrap="square">
            <a:spAutoFit/>
          </a:bodyPr>
          <a:lstStyle/>
          <a:p>
            <a:pPr>
              <a:buNone/>
            </a:pPr>
            <a:r>
              <a:rPr lang="pt-BR" sz="1200" b="1" dirty="0">
                <a:solidFill>
                  <a:schemeClr val="accent2">
                    <a:lumMod val="90000"/>
                    <a:lumOff val="10000"/>
                  </a:schemeClr>
                </a:solidFill>
              </a:rPr>
              <a:t>Requisitos Funcionais</a:t>
            </a:r>
            <a:endParaRPr lang="pt-BR" sz="1200" dirty="0">
              <a:solidFill>
                <a:schemeClr val="accent2">
                  <a:lumMod val="90000"/>
                  <a:lumOff val="10000"/>
                </a:schemeClr>
              </a:solidFill>
            </a:endParaRPr>
          </a:p>
          <a:p>
            <a:pPr>
              <a:buFont typeface="+mj-lt"/>
              <a:buAutoNum type="arabicPeriod"/>
            </a:pPr>
            <a:r>
              <a:rPr lang="pt-BR" sz="1200" dirty="0">
                <a:solidFill>
                  <a:schemeClr val="accent2">
                    <a:lumMod val="90000"/>
                    <a:lumOff val="10000"/>
                  </a:schemeClr>
                </a:solidFill>
              </a:rPr>
              <a:t>O sistema deve permitir que o cliente solicite uma corrida.</a:t>
            </a:r>
          </a:p>
          <a:p>
            <a:pPr>
              <a:buFont typeface="+mj-lt"/>
              <a:buAutoNum type="arabicPeriod"/>
            </a:pPr>
            <a:r>
              <a:rPr lang="pt-BR" sz="1200" dirty="0">
                <a:solidFill>
                  <a:schemeClr val="accent2">
                    <a:lumMod val="90000"/>
                    <a:lumOff val="10000"/>
                  </a:schemeClr>
                </a:solidFill>
              </a:rPr>
              <a:t>O aplicativo deve calcular a rota e o valor estimado automaticamente.</a:t>
            </a:r>
          </a:p>
          <a:p>
            <a:pPr>
              <a:buFont typeface="+mj-lt"/>
              <a:buAutoNum type="arabicPeriod"/>
            </a:pPr>
            <a:r>
              <a:rPr lang="pt-BR" sz="1200" dirty="0">
                <a:solidFill>
                  <a:schemeClr val="accent2">
                    <a:lumMod val="90000"/>
                    <a:lumOff val="10000"/>
                  </a:schemeClr>
                </a:solidFill>
              </a:rPr>
              <a:t>O sistema deve permitir que o motorista aceite ou recuse a corrida.</a:t>
            </a:r>
          </a:p>
          <a:p>
            <a:pPr>
              <a:buFont typeface="+mj-lt"/>
              <a:buAutoNum type="arabicPeriod"/>
            </a:pPr>
            <a:endParaRPr lang="pt-BR" sz="1200" dirty="0">
              <a:solidFill>
                <a:schemeClr val="accent2">
                  <a:lumMod val="90000"/>
                  <a:lumOff val="10000"/>
                </a:schemeClr>
              </a:solidFill>
            </a:endParaRPr>
          </a:p>
          <a:p>
            <a:pPr>
              <a:buNone/>
            </a:pPr>
            <a:r>
              <a:rPr lang="pt-BR" sz="1200" b="1" dirty="0">
                <a:solidFill>
                  <a:schemeClr val="accent2">
                    <a:lumMod val="90000"/>
                    <a:lumOff val="10000"/>
                  </a:schemeClr>
                </a:solidFill>
              </a:rPr>
              <a:t>Requisitos Não Funcionais</a:t>
            </a:r>
            <a:endParaRPr lang="pt-BR" sz="1200" dirty="0">
              <a:solidFill>
                <a:schemeClr val="accent2">
                  <a:lumMod val="90000"/>
                  <a:lumOff val="10000"/>
                </a:schemeClr>
              </a:solidFill>
            </a:endParaRPr>
          </a:p>
          <a:p>
            <a:pPr>
              <a:buFont typeface="+mj-lt"/>
              <a:buAutoNum type="arabicPeriod"/>
            </a:pPr>
            <a:r>
              <a:rPr lang="pt-BR" sz="1200" dirty="0">
                <a:solidFill>
                  <a:schemeClr val="accent2">
                    <a:lumMod val="90000"/>
                    <a:lumOff val="10000"/>
                  </a:schemeClr>
                </a:solidFill>
              </a:rPr>
              <a:t>O tempo de resposta do sistema não deve ultrapassar 3 segundos.</a:t>
            </a:r>
          </a:p>
          <a:p>
            <a:pPr>
              <a:buFont typeface="+mj-lt"/>
              <a:buAutoNum type="arabicPeriod"/>
            </a:pPr>
            <a:r>
              <a:rPr lang="pt-BR" sz="1200" dirty="0">
                <a:solidFill>
                  <a:schemeClr val="accent2">
                    <a:lumMod val="90000"/>
                    <a:lumOff val="10000"/>
                  </a:schemeClr>
                </a:solidFill>
              </a:rPr>
              <a:t>O aplicativo deve funcionar em Android e iOS.</a:t>
            </a:r>
          </a:p>
          <a:p>
            <a:pPr>
              <a:buFont typeface="+mj-lt"/>
              <a:buAutoNum type="arabicPeriod"/>
            </a:pPr>
            <a:r>
              <a:rPr lang="pt-BR" sz="1200" dirty="0">
                <a:solidFill>
                  <a:schemeClr val="accent2">
                    <a:lumMod val="90000"/>
                    <a:lumOff val="10000"/>
                  </a:schemeClr>
                </a:solidFill>
              </a:rPr>
              <a:t>O sistema deve armazenar dados de pagamento de acordo com a LGPD.</a:t>
            </a:r>
          </a:p>
          <a:p>
            <a:endParaRPr lang="pt-BR" sz="1200" dirty="0">
              <a:solidFill>
                <a:schemeClr val="accent2">
                  <a:lumMod val="90000"/>
                  <a:lumOff val="10000"/>
                </a:schemeClr>
              </a:solidFill>
            </a:endParaRPr>
          </a:p>
          <a:p>
            <a:pPr>
              <a:buNone/>
            </a:pPr>
            <a:r>
              <a:rPr lang="pt-BR" sz="1200" b="1" dirty="0">
                <a:solidFill>
                  <a:schemeClr val="accent2">
                    <a:lumMod val="90000"/>
                    <a:lumOff val="10000"/>
                  </a:schemeClr>
                </a:solidFill>
              </a:rPr>
              <a:t>Observações</a:t>
            </a:r>
            <a:endParaRPr lang="pt-BR" sz="1200" dirty="0">
              <a:solidFill>
                <a:schemeClr val="accent2">
                  <a:lumMod val="90000"/>
                  <a:lumOff val="10000"/>
                </a:schemeClr>
              </a:solidFill>
            </a:endParaRPr>
          </a:p>
          <a:p>
            <a:pPr>
              <a:buFont typeface="Arial" panose="020B0604020202020204" pitchFamily="34" charset="0"/>
              <a:buChar char="•"/>
            </a:pPr>
            <a:r>
              <a:rPr lang="pt-BR" sz="1200" dirty="0">
                <a:solidFill>
                  <a:schemeClr val="accent2">
                    <a:lumMod val="90000"/>
                    <a:lumOff val="10000"/>
                  </a:schemeClr>
                </a:solidFill>
              </a:rPr>
              <a:t>Dúvida: haverá integração com transporte público no futuro?</a:t>
            </a:r>
          </a:p>
          <a:p>
            <a:pPr>
              <a:buFont typeface="Arial" panose="020B0604020202020204" pitchFamily="34" charset="0"/>
              <a:buChar char="•"/>
            </a:pPr>
            <a:r>
              <a:rPr lang="pt-BR" sz="1200" dirty="0">
                <a:solidFill>
                  <a:schemeClr val="accent2">
                    <a:lumMod val="90000"/>
                    <a:lumOff val="10000"/>
                  </a:schemeClr>
                </a:solidFill>
              </a:rPr>
              <a:t>Cliente mencionou interesse em versão web, mas não está confirmado.</a:t>
            </a:r>
          </a:p>
        </p:txBody>
      </p:sp>
      <p:pic>
        <p:nvPicPr>
          <p:cNvPr id="4" name="Imagem 3">
            <a:extLst>
              <a:ext uri="{FF2B5EF4-FFF2-40B4-BE49-F238E27FC236}">
                <a16:creationId xmlns:a16="http://schemas.microsoft.com/office/drawing/2014/main" id="{9E470452-9DBA-F398-1BFA-A338DAF31578}"/>
              </a:ext>
            </a:extLst>
          </p:cNvPr>
          <p:cNvPicPr>
            <a:picLocks noChangeAspect="1"/>
          </p:cNvPicPr>
          <p:nvPr/>
        </p:nvPicPr>
        <p:blipFill>
          <a:blip r:embed="rId4"/>
          <a:stretch>
            <a:fillRect/>
          </a:stretch>
        </p:blipFill>
        <p:spPr>
          <a:xfrm>
            <a:off x="6911676" y="2007476"/>
            <a:ext cx="2139692" cy="2492990"/>
          </a:xfrm>
          <a:prstGeom prst="rect">
            <a:avLst/>
          </a:prstGeom>
        </p:spPr>
      </p:pic>
    </p:spTree>
    <p:extLst>
      <p:ext uri="{BB962C8B-B14F-4D97-AF65-F5344CB8AC3E}">
        <p14:creationId xmlns:p14="http://schemas.microsoft.com/office/powerpoint/2010/main" val="15662810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1">
          <a:extLst>
            <a:ext uri="{FF2B5EF4-FFF2-40B4-BE49-F238E27FC236}">
              <a16:creationId xmlns:a16="http://schemas.microsoft.com/office/drawing/2014/main" id="{D4AE8C57-1883-A9EB-0802-6D9B1AACEF89}"/>
            </a:ext>
          </a:extLst>
        </p:cNvPr>
        <p:cNvGrpSpPr/>
        <p:nvPr/>
      </p:nvGrpSpPr>
      <p:grpSpPr>
        <a:xfrm>
          <a:off x="0" y="0"/>
          <a:ext cx="0" cy="0"/>
          <a:chOff x="0" y="0"/>
          <a:chExt cx="0" cy="0"/>
        </a:xfrm>
      </p:grpSpPr>
      <p:pic>
        <p:nvPicPr>
          <p:cNvPr id="82" name="Google Shape;82;g3641ca8743c_0_16" title="03.png">
            <a:extLst>
              <a:ext uri="{FF2B5EF4-FFF2-40B4-BE49-F238E27FC236}">
                <a16:creationId xmlns:a16="http://schemas.microsoft.com/office/drawing/2014/main" id="{E4739334-F87C-7D68-1BEF-3B532B7D079E}"/>
              </a:ext>
            </a:extLst>
          </p:cNvPr>
          <p:cNvPicPr preferRelativeResize="0"/>
          <p:nvPr/>
        </p:nvPicPr>
        <p:blipFill>
          <a:blip r:embed="rId3">
            <a:alphaModFix/>
          </a:blip>
          <a:stretch>
            <a:fillRect/>
          </a:stretch>
        </p:blipFill>
        <p:spPr>
          <a:xfrm>
            <a:off x="0" y="0"/>
            <a:ext cx="9144000" cy="5143505"/>
          </a:xfrm>
          <a:prstGeom prst="rect">
            <a:avLst/>
          </a:prstGeom>
          <a:noFill/>
          <a:ln>
            <a:noFill/>
          </a:ln>
        </p:spPr>
      </p:pic>
      <p:sp>
        <p:nvSpPr>
          <p:cNvPr id="83" name="Google Shape;83;g3641ca8743c_0_16">
            <a:extLst>
              <a:ext uri="{FF2B5EF4-FFF2-40B4-BE49-F238E27FC236}">
                <a16:creationId xmlns:a16="http://schemas.microsoft.com/office/drawing/2014/main" id="{BBBF8F32-4533-8679-B389-E9FDA1E1C07E}"/>
              </a:ext>
            </a:extLst>
          </p:cNvPr>
          <p:cNvSpPr/>
          <p:nvPr/>
        </p:nvSpPr>
        <p:spPr>
          <a:xfrm>
            <a:off x="0" y="-338875"/>
            <a:ext cx="9144000" cy="2327100"/>
          </a:xfrm>
          <a:prstGeom prst="roundRect">
            <a:avLst>
              <a:gd name="adj" fmla="val 12114"/>
            </a:avLst>
          </a:prstGeom>
          <a:solidFill>
            <a:srgbClr val="D9D2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 name="Google Shape;84;g3641ca8743c_0_16">
            <a:extLst>
              <a:ext uri="{FF2B5EF4-FFF2-40B4-BE49-F238E27FC236}">
                <a16:creationId xmlns:a16="http://schemas.microsoft.com/office/drawing/2014/main" id="{4E65062A-AFE8-ADCD-C2E7-1EE1E289F2E2}"/>
              </a:ext>
            </a:extLst>
          </p:cNvPr>
          <p:cNvSpPr txBox="1"/>
          <p:nvPr/>
        </p:nvSpPr>
        <p:spPr>
          <a:xfrm>
            <a:off x="140675" y="2571750"/>
            <a:ext cx="5074792"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800" dirty="0">
                <a:solidFill>
                  <a:srgbClr val="00415A"/>
                </a:solidFill>
                <a:latin typeface="Lexend"/>
                <a:ea typeface="Lexend"/>
                <a:cs typeface="Lexend"/>
                <a:sym typeface="Lexend"/>
              </a:rPr>
              <a:t>E-mail: </a:t>
            </a:r>
            <a:r>
              <a:rPr lang="pt-BR" sz="1800" dirty="0">
                <a:solidFill>
                  <a:srgbClr val="00415A"/>
                </a:solidFill>
                <a:latin typeface="Lexend ExtraBold"/>
                <a:ea typeface="Lexend ExtraBold"/>
                <a:cs typeface="Lexend ExtraBold"/>
                <a:sym typeface="Lexend ExtraBold"/>
              </a:rPr>
              <a:t>rita.silva@faculdadefama.edu.br</a:t>
            </a:r>
            <a:endParaRPr sz="1800" dirty="0">
              <a:solidFill>
                <a:srgbClr val="00415A"/>
              </a:solidFill>
              <a:latin typeface="Lexend ExtraBold"/>
              <a:ea typeface="Lexend ExtraBold"/>
              <a:cs typeface="Lexend ExtraBold"/>
              <a:sym typeface="Lexend ExtraBold"/>
            </a:endParaRPr>
          </a:p>
        </p:txBody>
      </p:sp>
      <p:sp>
        <p:nvSpPr>
          <p:cNvPr id="85" name="Google Shape;85;g3641ca8743c_0_16">
            <a:extLst>
              <a:ext uri="{FF2B5EF4-FFF2-40B4-BE49-F238E27FC236}">
                <a16:creationId xmlns:a16="http://schemas.microsoft.com/office/drawing/2014/main" id="{EB8F69E4-077B-E315-2559-E492598E9F69}"/>
              </a:ext>
            </a:extLst>
          </p:cNvPr>
          <p:cNvSpPr txBox="1"/>
          <p:nvPr/>
        </p:nvSpPr>
        <p:spPr>
          <a:xfrm>
            <a:off x="1557866" y="-103404"/>
            <a:ext cx="6028267" cy="189279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2000" dirty="0">
                <a:solidFill>
                  <a:schemeClr val="accent2">
                    <a:lumMod val="75000"/>
                    <a:lumOff val="25000"/>
                  </a:schemeClr>
                </a:solidFill>
                <a:latin typeface="Lexend ExtraLight"/>
                <a:ea typeface="Lexend ExtraLight"/>
                <a:cs typeface="Lexend ExtraLight"/>
                <a:sym typeface="Lexend ExtraLight"/>
              </a:rPr>
              <a:t>"Ninguém conseguirá trabalhar em equipe se não aprender a ouvir. Ninguém aprenderá a ouvir se não aprender a se colocar no lugar dos outros.”</a:t>
            </a:r>
          </a:p>
          <a:p>
            <a:pPr marL="0" lvl="0" indent="0" algn="l" rtl="0">
              <a:spcBef>
                <a:spcPts val="0"/>
              </a:spcBef>
              <a:spcAft>
                <a:spcPts val="0"/>
              </a:spcAft>
              <a:buNone/>
            </a:pPr>
            <a:endParaRPr lang="pt-BR" sz="1500" dirty="0">
              <a:solidFill>
                <a:schemeClr val="accent2">
                  <a:lumMod val="75000"/>
                  <a:lumOff val="25000"/>
                </a:schemeClr>
              </a:solidFill>
              <a:latin typeface="Lexend ExtraLight"/>
              <a:ea typeface="Lexend ExtraLight"/>
              <a:cs typeface="Lexend ExtraLight"/>
              <a:sym typeface="Lexend ExtraLight"/>
            </a:endParaRPr>
          </a:p>
          <a:p>
            <a:pPr algn="r"/>
            <a:r>
              <a:rPr lang="pt-BR" sz="1600" dirty="0">
                <a:solidFill>
                  <a:srgbClr val="00415A"/>
                </a:solidFill>
                <a:latin typeface="Lexend"/>
                <a:ea typeface="Lexend"/>
                <a:cs typeface="Lexend"/>
                <a:sym typeface="Lexend"/>
              </a:rPr>
              <a:t>Augusto Cury</a:t>
            </a:r>
            <a:endParaRPr lang="pt-BR" sz="1600" dirty="0">
              <a:solidFill>
                <a:srgbClr val="00415A"/>
              </a:solidFill>
              <a:latin typeface="Lexend ExtraBold"/>
              <a:ea typeface="Lexend ExtraBold"/>
              <a:cs typeface="Lexend ExtraBold"/>
              <a:sym typeface="Lexend ExtraBold"/>
            </a:endParaRPr>
          </a:p>
        </p:txBody>
      </p:sp>
      <p:sp>
        <p:nvSpPr>
          <p:cNvPr id="86" name="Google Shape;86;g3641ca8743c_0_16">
            <a:extLst>
              <a:ext uri="{FF2B5EF4-FFF2-40B4-BE49-F238E27FC236}">
                <a16:creationId xmlns:a16="http://schemas.microsoft.com/office/drawing/2014/main" id="{40FDA8C5-D3FF-429B-F2F6-51B2F9DC4022}"/>
              </a:ext>
            </a:extLst>
          </p:cNvPr>
          <p:cNvSpPr txBox="1"/>
          <p:nvPr/>
        </p:nvSpPr>
        <p:spPr>
          <a:xfrm>
            <a:off x="6568533" y="1988225"/>
            <a:ext cx="2035200"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1800" dirty="0">
                <a:solidFill>
                  <a:srgbClr val="00415A"/>
                </a:solidFill>
                <a:latin typeface="Lexend"/>
                <a:ea typeface="Lexend ExtraBold"/>
                <a:cs typeface="Lexend ExtraBold"/>
                <a:sym typeface="Lexend"/>
              </a:rPr>
              <a:t>Próxima Aula</a:t>
            </a:r>
            <a:endParaRPr sz="1800" dirty="0">
              <a:solidFill>
                <a:srgbClr val="00415A"/>
              </a:solidFill>
              <a:latin typeface="Lexend ExtraBold"/>
              <a:ea typeface="Lexend ExtraBold"/>
              <a:cs typeface="Lexend ExtraBold"/>
              <a:sym typeface="Lexend ExtraBold"/>
            </a:endParaRPr>
          </a:p>
        </p:txBody>
      </p:sp>
      <p:sp>
        <p:nvSpPr>
          <p:cNvPr id="4" name="Google Shape;84;g3641ca8743c_0_16">
            <a:extLst>
              <a:ext uri="{FF2B5EF4-FFF2-40B4-BE49-F238E27FC236}">
                <a16:creationId xmlns:a16="http://schemas.microsoft.com/office/drawing/2014/main" id="{BA75AF34-97E7-44B1-FC52-81FD174AD9E3}"/>
              </a:ext>
            </a:extLst>
          </p:cNvPr>
          <p:cNvSpPr txBox="1"/>
          <p:nvPr/>
        </p:nvSpPr>
        <p:spPr>
          <a:xfrm>
            <a:off x="92915" y="3335047"/>
            <a:ext cx="5280595" cy="461635"/>
          </a:xfrm>
          <a:prstGeom prst="rect">
            <a:avLst/>
          </a:prstGeom>
          <a:noFill/>
          <a:ln>
            <a:noFill/>
          </a:ln>
        </p:spPr>
        <p:txBody>
          <a:bodyPr spcFirstLastPara="1" wrap="square" lIns="91425" tIns="91425" rIns="91425" bIns="91425" anchor="t" anchorCtr="0">
            <a:spAutoFit/>
          </a:bodyPr>
          <a:lstStyle/>
          <a:p>
            <a:pPr lvl="0"/>
            <a:r>
              <a:rPr lang="pt-BR" sz="1800" dirty="0">
                <a:solidFill>
                  <a:srgbClr val="00415A"/>
                </a:solidFill>
                <a:latin typeface="Lexend"/>
                <a:ea typeface="Lexend"/>
                <a:cs typeface="Lexend"/>
                <a:sym typeface="Lexend"/>
              </a:rPr>
              <a:t>GitHub: </a:t>
            </a:r>
            <a:r>
              <a:rPr lang="pt-BR" sz="1800" dirty="0">
                <a:solidFill>
                  <a:srgbClr val="00415A"/>
                </a:solidFill>
                <a:latin typeface="Lexend ExtraBold"/>
                <a:ea typeface="Lexend ExtraBold"/>
                <a:cs typeface="Lexend ExtraBold"/>
                <a:sym typeface="Lexend ExtraBold"/>
              </a:rPr>
              <a:t>https://github.com/ritasilva-fama</a:t>
            </a:r>
            <a:endParaRPr sz="1800" dirty="0">
              <a:solidFill>
                <a:srgbClr val="00415A"/>
              </a:solidFill>
              <a:latin typeface="Lexend ExtraBold"/>
              <a:ea typeface="Lexend ExtraBold"/>
              <a:cs typeface="Lexend ExtraBold"/>
              <a:sym typeface="Lexend ExtraBold"/>
            </a:endParaRPr>
          </a:p>
        </p:txBody>
      </p:sp>
      <p:sp>
        <p:nvSpPr>
          <p:cNvPr id="2" name="Retângulo: Canto Dobrado 1">
            <a:extLst>
              <a:ext uri="{FF2B5EF4-FFF2-40B4-BE49-F238E27FC236}">
                <a16:creationId xmlns:a16="http://schemas.microsoft.com/office/drawing/2014/main" id="{F9C1E6B6-9325-069C-5546-C47D18E10C17}"/>
              </a:ext>
            </a:extLst>
          </p:cNvPr>
          <p:cNvSpPr/>
          <p:nvPr/>
        </p:nvSpPr>
        <p:spPr>
          <a:xfrm>
            <a:off x="6747641" y="1988225"/>
            <a:ext cx="1723697" cy="1892796"/>
          </a:xfrm>
          <a:prstGeom prst="foldedCorner">
            <a:avLst/>
          </a:prstGeom>
          <a:no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Google Shape;86;g3641ca8743c_0_16">
            <a:extLst>
              <a:ext uri="{FF2B5EF4-FFF2-40B4-BE49-F238E27FC236}">
                <a16:creationId xmlns:a16="http://schemas.microsoft.com/office/drawing/2014/main" id="{0AFC6D22-7609-9772-8AB4-84194DD35169}"/>
              </a:ext>
            </a:extLst>
          </p:cNvPr>
          <p:cNvSpPr txBox="1"/>
          <p:nvPr/>
        </p:nvSpPr>
        <p:spPr>
          <a:xfrm>
            <a:off x="6747641" y="2449860"/>
            <a:ext cx="1723697" cy="1261854"/>
          </a:xfrm>
          <a:prstGeom prst="rect">
            <a:avLst/>
          </a:prstGeom>
          <a:noFill/>
          <a:ln>
            <a:noFill/>
          </a:ln>
        </p:spPr>
        <p:txBody>
          <a:bodyPr spcFirstLastPara="1" wrap="square" lIns="91425" tIns="91425" rIns="91425" bIns="91425" anchor="t" anchorCtr="0">
            <a:spAutoFit/>
          </a:bodyPr>
          <a:lstStyle/>
          <a:p>
            <a:pPr lvl="0" rtl="0">
              <a:spcBef>
                <a:spcPts val="0"/>
              </a:spcBef>
              <a:spcAft>
                <a:spcPts val="0"/>
              </a:spcAft>
            </a:pPr>
            <a:r>
              <a:rPr lang="pt-BR" dirty="0">
                <a:solidFill>
                  <a:srgbClr val="00415A"/>
                </a:solidFill>
                <a:latin typeface="Lexend ExtraBold"/>
                <a:ea typeface="Lexend ExtraBold"/>
                <a:cs typeface="Lexend ExtraBold"/>
                <a:sym typeface="Lexend ExtraBold"/>
              </a:rPr>
              <a:t>- Squad </a:t>
            </a:r>
          </a:p>
          <a:p>
            <a:pPr lvl="0" rtl="0">
              <a:spcBef>
                <a:spcPts val="0"/>
              </a:spcBef>
              <a:spcAft>
                <a:spcPts val="0"/>
              </a:spcAft>
            </a:pPr>
            <a:r>
              <a:rPr lang="pt-BR" dirty="0">
                <a:solidFill>
                  <a:srgbClr val="00415A"/>
                </a:solidFill>
                <a:latin typeface="Lexend ExtraBold"/>
                <a:ea typeface="Lexend ExtraBold"/>
                <a:cs typeface="Lexend ExtraBold"/>
                <a:sym typeface="Lexend ExtraBold"/>
              </a:rPr>
              <a:t>(3 à 5 pessoas)</a:t>
            </a:r>
          </a:p>
          <a:p>
            <a:pPr lvl="0" rtl="0">
              <a:spcBef>
                <a:spcPts val="0"/>
              </a:spcBef>
              <a:spcAft>
                <a:spcPts val="0"/>
              </a:spcAft>
            </a:pPr>
            <a:endParaRPr lang="pt-BR" dirty="0">
              <a:solidFill>
                <a:srgbClr val="00415A"/>
              </a:solidFill>
              <a:latin typeface="Lexend ExtraBold"/>
              <a:ea typeface="Lexend ExtraBold"/>
              <a:cs typeface="Lexend ExtraBold"/>
              <a:sym typeface="Lexend ExtraBold"/>
            </a:endParaRPr>
          </a:p>
          <a:p>
            <a:pPr lvl="0" rtl="0">
              <a:spcBef>
                <a:spcPts val="0"/>
              </a:spcBef>
              <a:spcAft>
                <a:spcPts val="0"/>
              </a:spcAft>
            </a:pPr>
            <a:r>
              <a:rPr lang="pt-BR">
                <a:solidFill>
                  <a:srgbClr val="00415A"/>
                </a:solidFill>
                <a:latin typeface="Lexend ExtraBold"/>
                <a:ea typeface="Lexend ExtraBold"/>
                <a:cs typeface="Lexend ExtraBold"/>
                <a:sym typeface="Lexend ExtraBold"/>
              </a:rPr>
              <a:t>- </a:t>
            </a:r>
            <a:endParaRPr lang="pt-BR" dirty="0">
              <a:solidFill>
                <a:srgbClr val="00415A"/>
              </a:solidFill>
              <a:latin typeface="Lexend ExtraBold"/>
              <a:ea typeface="Lexend ExtraBold"/>
              <a:cs typeface="Lexend ExtraBold"/>
              <a:sym typeface="Lexend ExtraBold"/>
            </a:endParaRPr>
          </a:p>
          <a:p>
            <a:pPr lvl="0" rtl="0">
              <a:spcBef>
                <a:spcPts val="0"/>
              </a:spcBef>
              <a:spcAft>
                <a:spcPts val="0"/>
              </a:spcAft>
            </a:pPr>
            <a:endParaRPr lang="pt-BR" dirty="0">
              <a:solidFill>
                <a:srgbClr val="00415A"/>
              </a:solidFill>
              <a:latin typeface="Lexend ExtraBold"/>
              <a:ea typeface="Lexend ExtraBold"/>
              <a:cs typeface="Lexend ExtraBold"/>
              <a:sym typeface="Lexend ExtraBold"/>
            </a:endParaRPr>
          </a:p>
        </p:txBody>
      </p:sp>
    </p:spTree>
    <p:extLst>
      <p:ext uri="{BB962C8B-B14F-4D97-AF65-F5344CB8AC3E}">
        <p14:creationId xmlns:p14="http://schemas.microsoft.com/office/powerpoint/2010/main" val="145754049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1892</TotalTime>
  <Words>1512</Words>
  <Application>Microsoft Office PowerPoint</Application>
  <PresentationFormat>Apresentação na tela (16:9)</PresentationFormat>
  <Paragraphs>278</Paragraphs>
  <Slides>31</Slides>
  <Notes>31</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31</vt:i4>
      </vt:variant>
    </vt:vector>
  </HeadingPairs>
  <TitlesOfParts>
    <vt:vector size="37" baseType="lpstr">
      <vt:lpstr>Lexend</vt:lpstr>
      <vt:lpstr>Wingdings</vt:lpstr>
      <vt:lpstr>Arial</vt:lpstr>
      <vt:lpstr>Lexend ExtraLight</vt:lpstr>
      <vt:lpstr>Lexend ExtraBold</vt:lpstr>
      <vt:lpstr>Simple Light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JN Prevenção1</cp:lastModifiedBy>
  <cp:revision>1</cp:revision>
  <dcterms:modified xsi:type="dcterms:W3CDTF">2025-09-28T15:13:34Z</dcterms:modified>
</cp:coreProperties>
</file>